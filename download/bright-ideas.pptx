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30a0ab6035424b" /><Relationship Type="http://schemas.openxmlformats.org/officeDocument/2006/relationships/extended-properties" Target="/docProps/app.xml" Id="Raa2300e06daf49e9" /><Relationship Type="http://schemas.openxmlformats.org/officeDocument/2006/relationships/officeDocument" Target="/ppt/presentation.xml" Id="R6c5210a1d440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fd6e12936b485d"/>
  </p:sldMasterIdLst>
  <p:notesMasterIdLst>
    <p:notesMasterId xmlns:r="http://schemas.openxmlformats.org/officeDocument/2006/relationships" r:id="Ra55ae9f9ef494d5a"/>
  </p:notesMasterIdLst>
  <p:sldIdLst>
    <p:sldId xmlns:r="http://schemas.openxmlformats.org/officeDocument/2006/relationships" id="256" r:id="Rb584f825c6bd47a8"/>
    <p:sldId xmlns:r="http://schemas.openxmlformats.org/officeDocument/2006/relationships" id="257" r:id="R8aeea623f17440af"/>
    <p:sldId xmlns:r="http://schemas.openxmlformats.org/officeDocument/2006/relationships" id="258" r:id="Rf63b4646aed04707"/>
    <p:sldId xmlns:r="http://schemas.openxmlformats.org/officeDocument/2006/relationships" id="259" r:id="R000fcd96393a43cf"/>
    <p:sldId xmlns:r="http://schemas.openxmlformats.org/officeDocument/2006/relationships" id="260" r:id="R0309597154094637"/>
    <p:sldId xmlns:r="http://schemas.openxmlformats.org/officeDocument/2006/relationships" id="261" r:id="R784d91330aa84358"/>
    <p:sldId xmlns:r="http://schemas.openxmlformats.org/officeDocument/2006/relationships" id="262" r:id="R8fbdffd2a9c34ccc"/>
    <p:sldId xmlns:r="http://schemas.openxmlformats.org/officeDocument/2006/relationships" id="263" r:id="R918b689e00f642a8"/>
    <p:sldId xmlns:r="http://schemas.openxmlformats.org/officeDocument/2006/relationships" id="264" r:id="R179881c37abe414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c4ae5c8da4417" /><Relationship Type="http://schemas.openxmlformats.org/officeDocument/2006/relationships/slideMaster" Target="/ppt/slideMasters/slideMaster1.xml" Id="Rc0fd6e12936b485d" /><Relationship Type="http://schemas.openxmlformats.org/officeDocument/2006/relationships/notesMaster" Target="/ppt/notesMasters/notesMaster1.xml" Id="Ra55ae9f9ef494d5a" /><Relationship Type="http://schemas.openxmlformats.org/officeDocument/2006/relationships/presProps" Target="/ppt/presProps.xml" Id="Rc9e0d23d4eb24d2e" /><Relationship Type="http://schemas.openxmlformats.org/officeDocument/2006/relationships/tableStyles" Target="/ppt/tableStyles.xml" Id="R9f602fa6da644fb4" /><Relationship Type="http://schemas.openxmlformats.org/officeDocument/2006/relationships/slide" Target="/ppt/slides/slide1.xml" Id="Rb584f825c6bd47a8" /><Relationship Type="http://schemas.openxmlformats.org/officeDocument/2006/relationships/slide" Target="/ppt/slides/slide2.xml" Id="R8aeea623f17440af" /><Relationship Type="http://schemas.openxmlformats.org/officeDocument/2006/relationships/slide" Target="/ppt/slides/slide3.xml" Id="Rf63b4646aed04707" /><Relationship Type="http://schemas.openxmlformats.org/officeDocument/2006/relationships/slide" Target="/ppt/slides/slide4.xml" Id="R000fcd96393a43cf" /><Relationship Type="http://schemas.openxmlformats.org/officeDocument/2006/relationships/slide" Target="/ppt/slides/slide5.xml" Id="R0309597154094637" /><Relationship Type="http://schemas.openxmlformats.org/officeDocument/2006/relationships/slide" Target="/ppt/slides/slide6.xml" Id="R784d91330aa84358" /><Relationship Type="http://schemas.openxmlformats.org/officeDocument/2006/relationships/slide" Target="/ppt/slides/slide7.xml" Id="R8fbdffd2a9c34ccc" /><Relationship Type="http://schemas.openxmlformats.org/officeDocument/2006/relationships/slide" Target="/ppt/slides/slide8.xml" Id="R918b689e00f642a8" /><Relationship Type="http://schemas.openxmlformats.org/officeDocument/2006/relationships/slide" Target="/ppt/slides/slide9.xml" Id="R179881c37abe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02a33c958e4a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c5d924588e4d54" /><Relationship Type="http://schemas.openxmlformats.org/officeDocument/2006/relationships/notesMaster" Target="/ppt/notesMasters/notesMaster1.xml" Id="R3dcfdc0989454e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11a3f309b438e" /><Relationship Type="http://schemas.openxmlformats.org/officeDocument/2006/relationships/notesMaster" Target="/ppt/notesMasters/notesMaster1.xml" Id="R3f93e7fa143c44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88454dd954b6c" /><Relationship Type="http://schemas.openxmlformats.org/officeDocument/2006/relationships/notesMaster" Target="/ppt/notesMasters/notesMaster1.xml" Id="R728f853be8a84a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5fc70fd394efe" /><Relationship Type="http://schemas.openxmlformats.org/officeDocument/2006/relationships/notesMaster" Target="/ppt/notesMasters/notesMaster1.xml" Id="R5b953d88052a47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ea2f6d75174d50" /><Relationship Type="http://schemas.openxmlformats.org/officeDocument/2006/relationships/notesMaster" Target="/ppt/notesMasters/notesMaster1.xml" Id="R7ba0e61460134b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48e38cc20467f" /><Relationship Type="http://schemas.openxmlformats.org/officeDocument/2006/relationships/notesMaster" Target="/ppt/notesMasters/notesMaster1.xml" Id="Rbd1f4868cec54a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b5f8567f9d4ae0" /><Relationship Type="http://schemas.openxmlformats.org/officeDocument/2006/relationships/notesMaster" Target="/ppt/notesMasters/notesMaster1.xml" Id="R7c5d80760a70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860256037e4854" /><Relationship Type="http://schemas.openxmlformats.org/officeDocument/2006/relationships/notesMaster" Target="/ppt/notesMasters/notesMaster1.xml" Id="R9c108832935546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bdf782f75447a3" /><Relationship Type="http://schemas.openxmlformats.org/officeDocument/2006/relationships/notesMaster" Target="/ppt/notesMasters/notesMaster1.xml" Id="R6a306a47ed06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e3dc566164e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1bbd900464f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b0806e81043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29a7765374f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81d3779204c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3639fd22341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4F5F8B-8C18-4172-9372-5F46671A7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97A894-7BFE-48BF-B9E6-ABBCF944C4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A5F68C-A3E6-4177-BF44-26173163E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04B7C8-A78C-41C8-AFF4-3EE81E19DF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818FCF-E1BC-494F-A052-8ABD0590FD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97DFAE-A347-4E08-A712-45787D57E2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D0518E-370B-4A72-A0E1-362211D77D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18E0B9-6C58-417D-8E12-0CE5300D8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638C4D-CBDC-4ABC-8830-3F62B66D7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1335D1-908D-4FA6-8515-4A827AA989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d9e80c49e4927" /><Relationship Type="http://schemas.openxmlformats.org/officeDocument/2006/relationships/slideLayout" Target="/ppt/slideLayouts/slideLayout1.xml" Id="R3ccccec6bd6e48ad" /><Relationship Type="http://schemas.openxmlformats.org/officeDocument/2006/relationships/slideLayout" Target="/ppt/slideLayouts/slideLayout2.xml" Id="Rd75bee84b8134826" /><Relationship Type="http://schemas.openxmlformats.org/officeDocument/2006/relationships/slideLayout" Target="/ppt/slideLayouts/slideLayout3.xml" Id="R0b44b9e99a4f4069" /><Relationship Type="http://schemas.openxmlformats.org/officeDocument/2006/relationships/slideLayout" Target="/ppt/slideLayouts/slideLayout4.xml" Id="R88b81fac21f44529" /><Relationship Type="http://schemas.openxmlformats.org/officeDocument/2006/relationships/slideLayout" Target="/ppt/slideLayouts/slideLayout5.xml" Id="R59e5225dbd5244f7" /><Relationship Type="http://schemas.openxmlformats.org/officeDocument/2006/relationships/slideLayout" Target="/ppt/slideLayouts/slideLayout6.xml" Id="Rab80a2967b13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cccec6bd6e48ad"/>
    <p:sldLayoutId xmlns:r="http://schemas.openxmlformats.org/officeDocument/2006/relationships" id="2147483650" r:id="Rd75bee84b8134826"/>
    <p:sldLayoutId xmlns:r="http://schemas.openxmlformats.org/officeDocument/2006/relationships" id="2147483651" r:id="R0b44b9e99a4f4069"/>
    <p:sldLayoutId xmlns:r="http://schemas.openxmlformats.org/officeDocument/2006/relationships" id="2147483652" r:id="R88b81fac21f44529"/>
    <p:sldLayoutId xmlns:r="http://schemas.openxmlformats.org/officeDocument/2006/relationships" id="2147483653" r:id="R59e5225dbd5244f7"/>
    <p:sldLayoutId xmlns:r="http://schemas.openxmlformats.org/officeDocument/2006/relationships" id="2147483654" r:id="Rab80a2967b13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6232dddcc4879" /><Relationship Type="http://schemas.openxmlformats.org/officeDocument/2006/relationships/image" Target="/ppt/media/image.png" Id="Refa40aff7d6b4711" /><Relationship Type="http://schemas.openxmlformats.org/officeDocument/2006/relationships/image" Target="/ppt/media/image2.png" Id="Rbdd6d547045a4424" /><Relationship Type="http://schemas.openxmlformats.org/officeDocument/2006/relationships/image" Target="/ppt/media/image3.png" Id="R96db1811d2384a9a" /><Relationship Type="http://schemas.openxmlformats.org/officeDocument/2006/relationships/notesSlide" Target="/ppt/notesSlides/notesSlide1.xml" Id="R57f5077ae8a247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2de0c5b114d48" /><Relationship Type="http://schemas.openxmlformats.org/officeDocument/2006/relationships/notesSlide" Target="/ppt/notesSlides/notesSlide2.xml" Id="R06252c94ee6f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7f72828f644a8" /><Relationship Type="http://schemas.openxmlformats.org/officeDocument/2006/relationships/notesSlide" Target="/ppt/notesSlides/notesSlide3.xml" Id="R76e74d41e79049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4b909dd9a4f98" /><Relationship Type="http://schemas.openxmlformats.org/officeDocument/2006/relationships/image" Target="/ppt/media/image4.png" Id="Rdbaf807ee9fe4456" /><Relationship Type="http://schemas.openxmlformats.org/officeDocument/2006/relationships/image" Target="/ppt/media/image5.png" Id="R90a0c1605ff64a09" /><Relationship Type="http://schemas.openxmlformats.org/officeDocument/2006/relationships/image" Target="/ppt/media/image6.png" Id="R65ff0628efc64976" /><Relationship Type="http://schemas.openxmlformats.org/officeDocument/2006/relationships/image" Target="/ppt/media/image7.png" Id="R01c3f249c7f74dc2" /><Relationship Type="http://schemas.openxmlformats.org/officeDocument/2006/relationships/image" Target="/ppt/media/image8.png" Id="Ra0a2a345cc6640d8" /><Relationship Type="http://schemas.openxmlformats.org/officeDocument/2006/relationships/notesSlide" Target="/ppt/notesSlides/notesSlide4.xml" Id="R724631bc66c449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34f9771f54734" /><Relationship Type="http://schemas.openxmlformats.org/officeDocument/2006/relationships/notesSlide" Target="/ppt/notesSlides/notesSlide5.xml" Id="R48a63f37582d44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727fa8bf24cdb" /><Relationship Type="http://schemas.openxmlformats.org/officeDocument/2006/relationships/image" Target="/ppt/media/image9.png" Id="Rd2376fa2f3444523" /><Relationship Type="http://schemas.openxmlformats.org/officeDocument/2006/relationships/notesSlide" Target="/ppt/notesSlides/notesSlide6.xml" Id="R2bafe35bb7db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7870b74f0d4e22" /><Relationship Type="http://schemas.openxmlformats.org/officeDocument/2006/relationships/image" Target="/ppt/media/image10.png" Id="R1fcbd550b01546d8" /><Relationship Type="http://schemas.openxmlformats.org/officeDocument/2006/relationships/image" Target="/ppt/media/image11.png" Id="R60437a427013497d" /><Relationship Type="http://schemas.openxmlformats.org/officeDocument/2006/relationships/notesSlide" Target="/ppt/notesSlides/notesSlide7.xml" Id="R82d898854a6f4b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93dca615d444c" /><Relationship Type="http://schemas.openxmlformats.org/officeDocument/2006/relationships/notesSlide" Target="/ppt/notesSlides/notesSlide8.xml" Id="R7818590adced49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27c5aef964e44" /><Relationship Type="http://schemas.openxmlformats.org/officeDocument/2006/relationships/image" Target="/ppt/media/image12.png" Id="Rf3f5217c906c445d" /><Relationship Type="http://schemas.openxmlformats.org/officeDocument/2006/relationships/image" Target="/ppt/media/image13.png" Id="R893f0a1cc0964c0e" /><Relationship Type="http://schemas.openxmlformats.org/officeDocument/2006/relationships/notesSlide" Target="/ppt/notesSlides/notesSlide9.xml" Id="R83fc5a2857564c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thways-1-panel-0">
            <a:extLst xmlns:a="http://schemas.openxmlformats.org/drawingml/2006/main">
              <a:ext uri="{FF2B5EF4-FFF2-40B4-BE49-F238E27FC236}">
                <a16:creationId xmlns:a16="http://schemas.microsoft.com/office/drawing/2014/main" id="{435901F1-7A2A-41EA-A48F-6125AA8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1-text-1">
            <a:extLst xmlns:a="http://schemas.openxmlformats.org/drawingml/2006/main">
              <a:ext uri="{FF2B5EF4-FFF2-40B4-BE49-F238E27FC236}">
                <a16:creationId xmlns:a16="http://schemas.microsoft.com/office/drawing/2014/main" id="{EE187923-AA87-4392-BEA5-37D1C692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1-text-2">
            <a:extLst xmlns:a="http://schemas.openxmlformats.org/drawingml/2006/main">
              <a:ext uri="{FF2B5EF4-FFF2-40B4-BE49-F238E27FC236}">
                <a16:creationId xmlns:a16="http://schemas.microsoft.com/office/drawing/2014/main" id="{C7A40EA0-2AB6-40C6-88F1-48A1D06F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1-text-3">
            <a:extLst xmlns:a="http://schemas.openxmlformats.org/drawingml/2006/main">
              <a:ext uri="{FF2B5EF4-FFF2-40B4-BE49-F238E27FC236}">
                <a16:creationId xmlns:a16="http://schemas.microsoft.com/office/drawing/2014/main" id="{FC1272FC-B4FF-449B-8A87-2F4F7C1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1-panel-4">
            <a:extLst xmlns:a="http://schemas.openxmlformats.org/drawingml/2006/main">
              <a:ext uri="{FF2B5EF4-FFF2-40B4-BE49-F238E27FC236}">
                <a16:creationId xmlns:a16="http://schemas.microsoft.com/office/drawing/2014/main" id="{1919039D-E7D9-4A66-B9F6-AC115B9B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1-panel-5">
            <a:extLst xmlns:a="http://schemas.openxmlformats.org/drawingml/2006/main">
              <a:ext uri="{FF2B5EF4-FFF2-40B4-BE49-F238E27FC236}">
                <a16:creationId xmlns:a16="http://schemas.microsoft.com/office/drawing/2014/main" id="{BE7A6499-5ACB-4E5A-AF34-0D18B0D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0287000" cy="1133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1-panel-6">
            <a:extLst xmlns:a="http://schemas.openxmlformats.org/drawingml/2006/main">
              <a:ext uri="{FF2B5EF4-FFF2-40B4-BE49-F238E27FC236}">
                <a16:creationId xmlns:a16="http://schemas.microsoft.com/office/drawing/2014/main" id="{B2217AC2-B33C-4A73-BFE5-DF349C1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3886200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1-text-7">
            <a:extLst xmlns:a="http://schemas.openxmlformats.org/drawingml/2006/main">
              <a:ext uri="{FF2B5EF4-FFF2-40B4-BE49-F238E27FC236}">
                <a16:creationId xmlns:a16="http://schemas.microsoft.com/office/drawing/2014/main" id="{F6AFD8E3-F289-4971-80D8-35750C8B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365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rPr>
              <a:t>11월 · Bright Ideas 1 영어논술</a:t>
            </a:r>
          </a:p>
        </p:txBody>
      </p:sp>
      <p:sp>
        <p:nvSpPr>
          <p:cNvPr id="9" name="pathways-1-text-8">
            <a:extLst xmlns:a="http://schemas.openxmlformats.org/drawingml/2006/main">
              <a:ext uri="{FF2B5EF4-FFF2-40B4-BE49-F238E27FC236}">
                <a16:creationId xmlns:a16="http://schemas.microsoft.com/office/drawing/2014/main" id="{86094AEE-99EE-45E6-BD8F-9198831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876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영어로 쓰긴 쓰는데,</a:t>
            </a:r>
          </a:p>
        </p:txBody>
      </p:sp>
      <p:sp>
        <p:nvSpPr>
          <p:cNvPr id="10" name="pathways-1-text-9">
            <a:extLst xmlns:a="http://schemas.openxmlformats.org/drawingml/2006/main">
              <a:ext uri="{FF2B5EF4-FFF2-40B4-BE49-F238E27FC236}">
                <a16:creationId xmlns:a16="http://schemas.microsoft.com/office/drawing/2014/main" id="{8E1A36E8-BA1C-4715-8B98-14C26761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904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rPr>
              <a:t>생각이 담겨 있나요?</a:t>
            </a:r>
          </a:p>
        </p:txBody>
      </p:sp>
      <p:sp>
        <p:nvSpPr>
          <p:cNvPr id="11" name="pathways-1-panel-10">
            <a:extLst xmlns:a="http://schemas.openxmlformats.org/drawingml/2006/main">
              <a:ext uri="{FF2B5EF4-FFF2-40B4-BE49-F238E27FC236}">
                <a16:creationId xmlns:a16="http://schemas.microsoft.com/office/drawing/2014/main" id="{A30782F7-E501-412A-A2B0-15331933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78C4E-5472-4327-93E2-EA3D89FA6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40aff7d6b4711"/>
          <a:srcRect xmlns:a="http://schemas.openxmlformats.org/drawingml/2006/main" l="11719" t="0" r="1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6076950"/>
            <a:ext cx="2800350" cy="3657600"/>
          </a:xfrm>
          <a:prstGeom xmlns:a="http://schemas.openxmlformats.org/drawingml/2006/main" prst="rect">
            <a:avLst/>
          </a:prstGeom>
        </p:spPr>
      </p:pic>
      <p:sp>
        <p:nvSpPr>
          <p:cNvPr id="13" name="pathways-1-text-12">
            <a:extLst xmlns:a="http://schemas.openxmlformats.org/drawingml/2006/main">
              <a:ext uri="{FF2B5EF4-FFF2-40B4-BE49-F238E27FC236}">
                <a16:creationId xmlns:a16="http://schemas.microsoft.com/office/drawing/2014/main" id="{1B5EC3E2-7CB5-4074-A0E2-868D8F84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34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14" name="pathways-1-text-13">
            <a:extLst xmlns:a="http://schemas.openxmlformats.org/drawingml/2006/main">
              <a:ext uri="{FF2B5EF4-FFF2-40B4-BE49-F238E27FC236}">
                <a16:creationId xmlns:a16="http://schemas.microsoft.com/office/drawing/2014/main" id="{BD752CC1-C2CF-41CF-9186-CF56FB5A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05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워크시트 사진</a:t>
            </a:r>
          </a:p>
        </p:txBody>
      </p:sp>
      <p:sp>
        <p:nvSpPr>
          <p:cNvPr id="15" name="pathways-1-panel-14">
            <a:extLst xmlns:a="http://schemas.openxmlformats.org/drawingml/2006/main">
              <a:ext uri="{FF2B5EF4-FFF2-40B4-BE49-F238E27FC236}">
                <a16:creationId xmlns:a16="http://schemas.microsoft.com/office/drawing/2014/main" id="{4101501E-C147-43F2-889A-BBE49BD0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A9518-7985-4D0F-8326-601901790D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6d547045a4424"/>
          <a:srcRect xmlns:a="http://schemas.openxmlformats.org/drawingml/2006/main" l="11719" t="0" r="1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0825" y="6076950"/>
            <a:ext cx="2800350" cy="3657600"/>
          </a:xfrm>
          <a:prstGeom xmlns:a="http://schemas.openxmlformats.org/drawingml/2006/main" prst="rect">
            <a:avLst/>
          </a:prstGeom>
        </p:spPr>
      </p:pic>
      <p:sp>
        <p:nvSpPr>
          <p:cNvPr id="17" name="pathways-1-text-16">
            <a:extLst xmlns:a="http://schemas.openxmlformats.org/drawingml/2006/main">
              <a:ext uri="{FF2B5EF4-FFF2-40B4-BE49-F238E27FC236}">
                <a16:creationId xmlns:a16="http://schemas.microsoft.com/office/drawing/2014/main" id="{56BC2DE6-2EA2-408A-9175-44FA1B13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334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18" name="pathways-1-text-17">
            <a:extLst xmlns:a="http://schemas.openxmlformats.org/drawingml/2006/main">
              <a:ext uri="{FF2B5EF4-FFF2-40B4-BE49-F238E27FC236}">
                <a16:creationId xmlns:a16="http://schemas.microsoft.com/office/drawing/2014/main" id="{35F39117-297E-4494-9CA5-A3CED70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905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워크시트 사진</a:t>
            </a:r>
          </a:p>
        </p:txBody>
      </p:sp>
      <p:sp>
        <p:nvSpPr>
          <p:cNvPr id="19" name="pathways-1-panel-18">
            <a:extLst xmlns:a="http://schemas.openxmlformats.org/drawingml/2006/main">
              <a:ext uri="{FF2B5EF4-FFF2-40B4-BE49-F238E27FC236}">
                <a16:creationId xmlns:a16="http://schemas.microsoft.com/office/drawing/2014/main" id="{E9B1FADF-AD57-41E0-A5E0-FDC09C91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3238500" cy="4191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4399D-9886-48D2-B388-0B41B9DB7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b1811d2384a9a"/>
          <a:srcRect xmlns:a="http://schemas.openxmlformats.org/drawingml/2006/main" l="11521" t="0" r="115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8075" y="5172075"/>
            <a:ext cx="3181350" cy="4133850"/>
          </a:xfrm>
          <a:prstGeom xmlns:a="http://schemas.openxmlformats.org/drawingml/2006/main" prst="rect">
            <a:avLst/>
          </a:prstGeom>
        </p:spPr>
      </p:pic>
      <p:sp>
        <p:nvSpPr>
          <p:cNvPr id="21" name="pathways-1-text-20">
            <a:extLst xmlns:a="http://schemas.openxmlformats.org/drawingml/2006/main">
              <a:ext uri="{FF2B5EF4-FFF2-40B4-BE49-F238E27FC236}">
                <a16:creationId xmlns:a16="http://schemas.microsoft.com/office/drawing/2014/main" id="{4B9A37AE-8385-4A1A-9583-14BA53EF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667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1-text-21">
            <a:extLst xmlns:a="http://schemas.openxmlformats.org/drawingml/2006/main">
              <a:ext uri="{FF2B5EF4-FFF2-40B4-BE49-F238E27FC236}">
                <a16:creationId xmlns:a16="http://schemas.microsoft.com/office/drawing/2014/main" id="{44D185E1-218C-4329-9ABA-45CD9BFA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239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교재 표지</a:t>
            </a:r>
          </a:p>
        </p:txBody>
      </p:sp>
      <p:sp>
        <p:nvSpPr>
          <p:cNvPr id="23" name="pathways-1-panel-22">
            <a:extLst xmlns:a="http://schemas.openxmlformats.org/drawingml/2006/main">
              <a:ext uri="{FF2B5EF4-FFF2-40B4-BE49-F238E27FC236}">
                <a16:creationId xmlns:a16="http://schemas.microsoft.com/office/drawing/2014/main" id="{0CA32EAA-3A27-48C6-A5C8-AD071326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9763125"/>
            <a:ext cx="394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ways-1-text-23">
            <a:extLst xmlns:a="http://schemas.openxmlformats.org/drawingml/2006/main">
              <a:ext uri="{FF2B5EF4-FFF2-40B4-BE49-F238E27FC236}">
                <a16:creationId xmlns:a16="http://schemas.microsoft.com/office/drawing/2014/main" id="{08FB1BC4-007F-4F61-B747-43348B5F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98202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rPr>
              <a:t>영어를 '언어'로 배우는 수업</a:t>
            </a:r>
          </a:p>
        </p:txBody>
      </p:sp>
      <p:sp>
        <p:nvSpPr>
          <p:cNvPr id="25" name="pathways-1-panel-24">
            <a:extLst xmlns:a="http://schemas.openxmlformats.org/drawingml/2006/main">
              <a:ext uri="{FF2B5EF4-FFF2-40B4-BE49-F238E27FC236}">
                <a16:creationId xmlns:a16="http://schemas.microsoft.com/office/drawing/2014/main" id="{8B0A7206-56E1-4D75-B34A-94EE028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763250"/>
            <a:ext cx="59055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1-text-25">
            <a:extLst xmlns:a="http://schemas.openxmlformats.org/drawingml/2006/main">
              <a:ext uri="{FF2B5EF4-FFF2-40B4-BE49-F238E27FC236}">
                <a16:creationId xmlns:a16="http://schemas.microsoft.com/office/drawing/2014/main" id="{8097DC59-6F38-4F24-8EB4-321EDAF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82040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생각이 자라는 루트를 따라가 볼까요? →</a:t>
            </a:r>
          </a:p>
        </p:txBody>
      </p:sp>
      <p:sp>
        <p:nvSpPr>
          <p:cNvPr id="27" name="pathways-1-panel-26">
            <a:extLst xmlns:a="http://schemas.openxmlformats.org/drawingml/2006/main">
              <a:ext uri="{FF2B5EF4-FFF2-40B4-BE49-F238E27FC236}">
                <a16:creationId xmlns:a16="http://schemas.microsoft.com/office/drawing/2014/main" id="{5FB605A6-7412-4471-93C7-C289E3A6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1-panel-27">
            <a:extLst xmlns:a="http://schemas.openxmlformats.org/drawingml/2006/main">
              <a:ext uri="{FF2B5EF4-FFF2-40B4-BE49-F238E27FC236}">
                <a16:creationId xmlns:a16="http://schemas.microsoft.com/office/drawing/2014/main" id="{EC09ACFB-6A0E-4414-A13A-943EE51D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1-text-28">
            <a:extLst xmlns:a="http://schemas.openxmlformats.org/drawingml/2006/main">
              <a:ext uri="{FF2B5EF4-FFF2-40B4-BE49-F238E27FC236}">
                <a16:creationId xmlns:a16="http://schemas.microsoft.com/office/drawing/2014/main" id="{CAB10ABA-1706-4382-840E-F5F1FBA6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2109101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thways-2-panel-0">
            <a:extLst xmlns:a="http://schemas.openxmlformats.org/drawingml/2006/main">
              <a:ext uri="{FF2B5EF4-FFF2-40B4-BE49-F238E27FC236}">
                <a16:creationId xmlns:a16="http://schemas.microsoft.com/office/drawing/2014/main" id="{DB4811CA-D628-4F2F-AA6C-79FE8564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2-text-1">
            <a:extLst xmlns:a="http://schemas.openxmlformats.org/drawingml/2006/main">
              <a:ext uri="{FF2B5EF4-FFF2-40B4-BE49-F238E27FC236}">
                <a16:creationId xmlns:a16="http://schemas.microsoft.com/office/drawing/2014/main" id="{C18FD876-F0F4-4616-92AD-683F70F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2-text-2">
            <a:extLst xmlns:a="http://schemas.openxmlformats.org/drawingml/2006/main">
              <a:ext uri="{FF2B5EF4-FFF2-40B4-BE49-F238E27FC236}">
                <a16:creationId xmlns:a16="http://schemas.microsoft.com/office/drawing/2014/main" id="{E154FA9A-9987-41AE-B1D2-CEDA846F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2-text-3">
            <a:extLst xmlns:a="http://schemas.openxmlformats.org/drawingml/2006/main">
              <a:ext uri="{FF2B5EF4-FFF2-40B4-BE49-F238E27FC236}">
                <a16:creationId xmlns:a16="http://schemas.microsoft.com/office/drawing/2014/main" id="{071FC31B-1255-401B-8577-2DC1AAB2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2-panel-4">
            <a:extLst xmlns:a="http://schemas.openxmlformats.org/drawingml/2006/main">
              <a:ext uri="{FF2B5EF4-FFF2-40B4-BE49-F238E27FC236}">
                <a16:creationId xmlns:a16="http://schemas.microsoft.com/office/drawing/2014/main" id="{4D5BE810-D192-4DDF-92A8-72BF9488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2-panel-5">
            <a:extLst xmlns:a="http://schemas.openxmlformats.org/drawingml/2006/main">
              <a:ext uri="{FF2B5EF4-FFF2-40B4-BE49-F238E27FC236}">
                <a16:creationId xmlns:a16="http://schemas.microsoft.com/office/drawing/2014/main" id="{A4E7C6FE-6D9C-460F-90AF-D167F8A4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2-panel-6">
            <a:extLst xmlns:a="http://schemas.openxmlformats.org/drawingml/2006/main">
              <a:ext uri="{FF2B5EF4-FFF2-40B4-BE49-F238E27FC236}">
                <a16:creationId xmlns:a16="http://schemas.microsoft.com/office/drawing/2014/main" id="{6A10C79A-FDCF-4E60-A633-DE996914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2-panel-7">
            <a:extLst xmlns:a="http://schemas.openxmlformats.org/drawingml/2006/main">
              <a:ext uri="{FF2B5EF4-FFF2-40B4-BE49-F238E27FC236}">
                <a16:creationId xmlns:a16="http://schemas.microsoft.com/office/drawing/2014/main" id="{9A50D0E5-4969-429D-B75C-60B5174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2-panel-8">
            <a:extLst xmlns:a="http://schemas.openxmlformats.org/drawingml/2006/main">
              <a:ext uri="{FF2B5EF4-FFF2-40B4-BE49-F238E27FC236}">
                <a16:creationId xmlns:a16="http://schemas.microsoft.com/office/drawing/2014/main" id="{676F8885-46AD-48A9-B2CE-D3E9683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2-panel-9">
            <a:extLst xmlns:a="http://schemas.openxmlformats.org/drawingml/2006/main">
              <a:ext uri="{FF2B5EF4-FFF2-40B4-BE49-F238E27FC236}">
                <a16:creationId xmlns:a16="http://schemas.microsoft.com/office/drawing/2014/main" id="{C1F18ABE-CC80-4C9E-8F1A-8D344188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2-panel-10">
            <a:extLst xmlns:a="http://schemas.openxmlformats.org/drawingml/2006/main">
              <a:ext uri="{FF2B5EF4-FFF2-40B4-BE49-F238E27FC236}">
                <a16:creationId xmlns:a16="http://schemas.microsoft.com/office/drawing/2014/main" id="{C5073FFD-E681-4CC0-B334-C695681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2-panel-11">
            <a:extLst xmlns:a="http://schemas.openxmlformats.org/drawingml/2006/main">
              <a:ext uri="{FF2B5EF4-FFF2-40B4-BE49-F238E27FC236}">
                <a16:creationId xmlns:a16="http://schemas.microsoft.com/office/drawing/2014/main" id="{36CB8BC6-019B-4EB4-B54B-DE986058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2-panel-12">
            <a:extLst xmlns:a="http://schemas.openxmlformats.org/drawingml/2006/main">
              <a:ext uri="{FF2B5EF4-FFF2-40B4-BE49-F238E27FC236}">
                <a16:creationId xmlns:a16="http://schemas.microsoft.com/office/drawing/2014/main" id="{573E4725-E4D2-42F3-882E-7F9CD194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2-panel-13">
            <a:extLst xmlns:a="http://schemas.openxmlformats.org/drawingml/2006/main">
              <a:ext uri="{FF2B5EF4-FFF2-40B4-BE49-F238E27FC236}">
                <a16:creationId xmlns:a16="http://schemas.microsoft.com/office/drawing/2014/main" id="{01178FE5-A739-4C58-8700-C7C963C8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2-text-14">
            <a:extLst xmlns:a="http://schemas.openxmlformats.org/drawingml/2006/main">
              <a:ext uri="{FF2B5EF4-FFF2-40B4-BE49-F238E27FC236}">
                <a16:creationId xmlns:a16="http://schemas.microsoft.com/office/drawing/2014/main" id="{2D797D8E-80B0-4491-B510-9C750F1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1</a:t>
            </a:r>
          </a:p>
        </p:txBody>
      </p:sp>
      <p:sp>
        <p:nvSpPr>
          <p:cNvPr id="16" name="pathways-2-text-15">
            <a:extLst xmlns:a="http://schemas.openxmlformats.org/drawingml/2006/main">
              <a:ext uri="{FF2B5EF4-FFF2-40B4-BE49-F238E27FC236}">
                <a16:creationId xmlns:a16="http://schemas.microsoft.com/office/drawing/2014/main" id="{14E1E491-3CC3-4FEF-8C75-1C8C5B8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왜 영어 '논술'일까요?</a:t>
            </a:r>
          </a:p>
        </p:txBody>
      </p:sp>
      <p:sp>
        <p:nvSpPr>
          <p:cNvPr id="17" name="pathways-2-text-16">
            <a:extLst xmlns:a="http://schemas.openxmlformats.org/drawingml/2006/main">
              <a:ext uri="{FF2B5EF4-FFF2-40B4-BE49-F238E27FC236}">
                <a16:creationId xmlns:a16="http://schemas.microsoft.com/office/drawing/2014/main" id="{756500FD-FB90-4F49-BAA2-42B4CC79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영어를 영어로만 배우면,</a:t>
            </a:r>
          </a:p>
        </p:txBody>
      </p:sp>
      <p:sp>
        <p:nvSpPr>
          <p:cNvPr id="18" name="pathways-2-text-17">
            <a:extLst xmlns:a="http://schemas.openxmlformats.org/drawingml/2006/main">
              <a:ext uri="{FF2B5EF4-FFF2-40B4-BE49-F238E27FC236}">
                <a16:creationId xmlns:a16="http://schemas.microsoft.com/office/drawing/2014/main" id="{18FC5569-AAF4-4CA5-9712-FDEAC39C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말은 해도 생각이 비어요</a:t>
            </a:r>
          </a:p>
        </p:txBody>
      </p:sp>
      <p:sp>
        <p:nvSpPr>
          <p:cNvPr id="19" name="pathways-2-panel-18">
            <a:extLst xmlns:a="http://schemas.openxmlformats.org/drawingml/2006/main">
              <a:ext uri="{FF2B5EF4-FFF2-40B4-BE49-F238E27FC236}">
                <a16:creationId xmlns:a16="http://schemas.microsoft.com/office/drawing/2014/main" id="{ED7259D1-CAD5-413A-9813-73EC83AD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8991600" cy="21907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2-text-19">
            <a:extLst xmlns:a="http://schemas.openxmlformats.org/drawingml/2006/main">
              <a:ext uri="{FF2B5EF4-FFF2-40B4-BE49-F238E27FC236}">
                <a16:creationId xmlns:a16="http://schemas.microsoft.com/office/drawing/2014/main" id="{71EC35C0-2E71-46DD-B0F5-C5480DAF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rPr>
              <a:t>× 영어를 '영어'로</a:t>
            </a:r>
          </a:p>
        </p:txBody>
      </p:sp>
      <p:sp>
        <p:nvSpPr>
          <p:cNvPr id="21" name="pathways-2-text-20">
            <a:extLst xmlns:a="http://schemas.openxmlformats.org/drawingml/2006/main">
              <a:ext uri="{FF2B5EF4-FFF2-40B4-BE49-F238E27FC236}">
                <a16:creationId xmlns:a16="http://schemas.microsoft.com/office/drawing/2014/main" id="{73F900D4-2883-4547-945F-D3CF628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246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단어·문법을 과목처럼 외워요</a:t>
            </a:r>
          </a:p>
        </p:txBody>
      </p:sp>
      <p:sp>
        <p:nvSpPr>
          <p:cNvPr id="22" name="pathways-2-text-21">
            <a:extLst xmlns:a="http://schemas.openxmlformats.org/drawingml/2006/main">
              <a:ext uri="{FF2B5EF4-FFF2-40B4-BE49-F238E27FC236}">
                <a16:creationId xmlns:a16="http://schemas.microsoft.com/office/drawing/2014/main" id="{FAD11F9A-4C0B-41FE-8CC6-675E8883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342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→ 문장은 맞는데 내용이 없어요</a:t>
            </a:r>
          </a:p>
        </p:txBody>
      </p:sp>
      <p:sp>
        <p:nvSpPr>
          <p:cNvPr id="23" name="pathways-2-panel-22">
            <a:extLst xmlns:a="http://schemas.openxmlformats.org/drawingml/2006/main">
              <a:ext uri="{FF2B5EF4-FFF2-40B4-BE49-F238E27FC236}">
                <a16:creationId xmlns:a16="http://schemas.microsoft.com/office/drawing/2014/main" id="{ED7D16C2-5280-423D-9AD3-E06045FD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58125"/>
            <a:ext cx="8991600" cy="2143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28575">
            <a:solidFill>
              <a:srgbClr val="302963"/>
            </a:solidFill>
            <a:prstDash val="solid"/>
          </a:ln>
        </p:spPr>
      </p:sp>
      <p:sp>
        <p:nvSpPr>
          <p:cNvPr id="24" name="pathways-2-text-23">
            <a:extLst xmlns:a="http://schemas.openxmlformats.org/drawingml/2006/main">
              <a:ext uri="{FF2B5EF4-FFF2-40B4-BE49-F238E27FC236}">
                <a16:creationId xmlns:a16="http://schemas.microsoft.com/office/drawing/2014/main" id="{CC43957A-059B-465B-B009-2C973D5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25817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○ 영어를 '언어'로</a:t>
            </a:r>
          </a:p>
        </p:txBody>
      </p:sp>
      <p:sp>
        <p:nvSpPr>
          <p:cNvPr id="25" name="pathways-2-text-24">
            <a:extLst xmlns:a="http://schemas.openxmlformats.org/drawingml/2006/main">
              <a:ext uri="{FF2B5EF4-FFF2-40B4-BE49-F238E27FC236}">
                <a16:creationId xmlns:a16="http://schemas.microsoft.com/office/drawing/2014/main" id="{3C42EECF-1C0D-4213-B298-797341D2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7249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내 생각을 전하는 도구로 써요</a:t>
            </a:r>
          </a:p>
        </p:txBody>
      </p:sp>
      <p:sp>
        <p:nvSpPr>
          <p:cNvPr id="26" name="pathways-2-text-25">
            <a:extLst xmlns:a="http://schemas.openxmlformats.org/drawingml/2006/main">
              <a:ext uri="{FF2B5EF4-FFF2-40B4-BE49-F238E27FC236}">
                <a16:creationId xmlns:a16="http://schemas.microsoft.com/office/drawing/2014/main" id="{79190905-88D3-4C3E-9637-F8ED4C6F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3345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→ 이유와 예시로 구체적으로 말해요</a:t>
            </a:r>
          </a:p>
        </p:txBody>
      </p:sp>
      <p:sp>
        <p:nvSpPr>
          <p:cNvPr id="27" name="pathways-2-text-26">
            <a:extLst xmlns:a="http://schemas.openxmlformats.org/drawingml/2006/main">
              <a:ext uri="{FF2B5EF4-FFF2-40B4-BE49-F238E27FC236}">
                <a16:creationId xmlns:a16="http://schemas.microsoft.com/office/drawing/2014/main" id="{39E43C0F-4B68-4B38-AA6F-A418928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영어는 목표가 아니라 생각을 담는 그릇이에요.</a:t>
            </a:r>
          </a:p>
        </p:txBody>
      </p:sp>
      <p:sp>
        <p:nvSpPr>
          <p:cNvPr id="28" name="pathways-2-panel-27">
            <a:extLst xmlns:a="http://schemas.openxmlformats.org/drawingml/2006/main">
              <a:ext uri="{FF2B5EF4-FFF2-40B4-BE49-F238E27FC236}">
                <a16:creationId xmlns:a16="http://schemas.microsoft.com/office/drawing/2014/main" id="{6506F736-BAC6-4A80-B18E-B8772421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2-panel-28">
            <a:extLst xmlns:a="http://schemas.openxmlformats.org/drawingml/2006/main">
              <a:ext uri="{FF2B5EF4-FFF2-40B4-BE49-F238E27FC236}">
                <a16:creationId xmlns:a16="http://schemas.microsoft.com/office/drawing/2014/main" id="{9BA4B030-68F0-41B8-A9DE-25238428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ways-2-text-29">
            <a:extLst xmlns:a="http://schemas.openxmlformats.org/drawingml/2006/main">
              <a:ext uri="{FF2B5EF4-FFF2-40B4-BE49-F238E27FC236}">
                <a16:creationId xmlns:a16="http://schemas.microsoft.com/office/drawing/2014/main" id="{839F2111-D274-48B2-98C4-36519E1B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1712973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thways-3-panel-0">
            <a:extLst xmlns:a="http://schemas.openxmlformats.org/drawingml/2006/main">
              <a:ext uri="{FF2B5EF4-FFF2-40B4-BE49-F238E27FC236}">
                <a16:creationId xmlns:a16="http://schemas.microsoft.com/office/drawing/2014/main" id="{A4873010-AEAC-4041-8099-9A53039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3-text-1">
            <a:extLst xmlns:a="http://schemas.openxmlformats.org/drawingml/2006/main">
              <a:ext uri="{FF2B5EF4-FFF2-40B4-BE49-F238E27FC236}">
                <a16:creationId xmlns:a16="http://schemas.microsoft.com/office/drawing/2014/main" id="{D12ED6C3-C628-4BAE-8D44-03733E7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3-text-2">
            <a:extLst xmlns:a="http://schemas.openxmlformats.org/drawingml/2006/main">
              <a:ext uri="{FF2B5EF4-FFF2-40B4-BE49-F238E27FC236}">
                <a16:creationId xmlns:a16="http://schemas.microsoft.com/office/drawing/2014/main" id="{96D3BA1E-6C05-48C0-9D1F-9F38902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3-text-3">
            <a:extLst xmlns:a="http://schemas.openxmlformats.org/drawingml/2006/main">
              <a:ext uri="{FF2B5EF4-FFF2-40B4-BE49-F238E27FC236}">
                <a16:creationId xmlns:a16="http://schemas.microsoft.com/office/drawing/2014/main" id="{0B92C920-B251-4A3D-840F-7B5D4B6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3-panel-4">
            <a:extLst xmlns:a="http://schemas.openxmlformats.org/drawingml/2006/main">
              <a:ext uri="{FF2B5EF4-FFF2-40B4-BE49-F238E27FC236}">
                <a16:creationId xmlns:a16="http://schemas.microsoft.com/office/drawing/2014/main" id="{4B2A53D2-6DA9-4B20-8147-44A4FE5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3-panel-5">
            <a:extLst xmlns:a="http://schemas.openxmlformats.org/drawingml/2006/main">
              <a:ext uri="{FF2B5EF4-FFF2-40B4-BE49-F238E27FC236}">
                <a16:creationId xmlns:a16="http://schemas.microsoft.com/office/drawing/2014/main" id="{C5CD5944-FE2B-41DE-924C-369AC0E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3-panel-6">
            <a:extLst xmlns:a="http://schemas.openxmlformats.org/drawingml/2006/main">
              <a:ext uri="{FF2B5EF4-FFF2-40B4-BE49-F238E27FC236}">
                <a16:creationId xmlns:a16="http://schemas.microsoft.com/office/drawing/2014/main" id="{56764A59-97C6-4089-B76F-5C8A802B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3-panel-7">
            <a:extLst xmlns:a="http://schemas.openxmlformats.org/drawingml/2006/main">
              <a:ext uri="{FF2B5EF4-FFF2-40B4-BE49-F238E27FC236}">
                <a16:creationId xmlns:a16="http://schemas.microsoft.com/office/drawing/2014/main" id="{0FD77671-03EC-42AC-9EB1-10016FA3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3-panel-8">
            <a:extLst xmlns:a="http://schemas.openxmlformats.org/drawingml/2006/main">
              <a:ext uri="{FF2B5EF4-FFF2-40B4-BE49-F238E27FC236}">
                <a16:creationId xmlns:a16="http://schemas.microsoft.com/office/drawing/2014/main" id="{A2458A06-F29A-400C-997C-166DA1D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3-panel-9">
            <a:extLst xmlns:a="http://schemas.openxmlformats.org/drawingml/2006/main">
              <a:ext uri="{FF2B5EF4-FFF2-40B4-BE49-F238E27FC236}">
                <a16:creationId xmlns:a16="http://schemas.microsoft.com/office/drawing/2014/main" id="{DD1DEAC2-0AFC-4347-8AC1-005A1D80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3-panel-10">
            <a:extLst xmlns:a="http://schemas.openxmlformats.org/drawingml/2006/main">
              <a:ext uri="{FF2B5EF4-FFF2-40B4-BE49-F238E27FC236}">
                <a16:creationId xmlns:a16="http://schemas.microsoft.com/office/drawing/2014/main" id="{25F93DD4-A7FA-4D1F-8EDE-3F2B49BC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3-panel-11">
            <a:extLst xmlns:a="http://schemas.openxmlformats.org/drawingml/2006/main">
              <a:ext uri="{FF2B5EF4-FFF2-40B4-BE49-F238E27FC236}">
                <a16:creationId xmlns:a16="http://schemas.microsoft.com/office/drawing/2014/main" id="{3BF7D4C3-A163-47E5-A649-3D62A0F1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3-panel-12">
            <a:extLst xmlns:a="http://schemas.openxmlformats.org/drawingml/2006/main">
              <a:ext uri="{FF2B5EF4-FFF2-40B4-BE49-F238E27FC236}">
                <a16:creationId xmlns:a16="http://schemas.microsoft.com/office/drawing/2014/main" id="{644DCB17-410C-4B03-B923-F735B53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3-panel-13">
            <a:extLst xmlns:a="http://schemas.openxmlformats.org/drawingml/2006/main">
              <a:ext uri="{FF2B5EF4-FFF2-40B4-BE49-F238E27FC236}">
                <a16:creationId xmlns:a16="http://schemas.microsoft.com/office/drawing/2014/main" id="{F519DD44-02E6-481C-882D-A3DAE0E2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430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3-text-14">
            <a:extLst xmlns:a="http://schemas.openxmlformats.org/drawingml/2006/main">
              <a:ext uri="{FF2B5EF4-FFF2-40B4-BE49-F238E27FC236}">
                <a16:creationId xmlns:a16="http://schemas.microsoft.com/office/drawing/2014/main" id="{87231627-4ED7-4585-9503-5291978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001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2</a:t>
            </a:r>
          </a:p>
        </p:txBody>
      </p:sp>
      <p:sp>
        <p:nvSpPr>
          <p:cNvPr id="16" name="pathways-3-text-15">
            <a:extLst xmlns:a="http://schemas.openxmlformats.org/drawingml/2006/main">
              <a:ext uri="{FF2B5EF4-FFF2-40B4-BE49-F238E27FC236}">
                <a16:creationId xmlns:a16="http://schemas.microsoft.com/office/drawing/2014/main" id="{3594D8DB-CBCB-4D78-90A6-24797F9E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Bright Ideas 1 · 11월 수업 주제</a:t>
            </a:r>
          </a:p>
        </p:txBody>
      </p:sp>
      <p:sp>
        <p:nvSpPr>
          <p:cNvPr id="17" name="pathways-3-text-16">
            <a:extLst xmlns:a="http://schemas.openxmlformats.org/drawingml/2006/main">
              <a:ext uri="{FF2B5EF4-FFF2-40B4-BE49-F238E27FC236}">
                <a16:creationId xmlns:a16="http://schemas.microsoft.com/office/drawing/2014/main" id="{30BC16D4-7ADC-49DB-8327-B2E8E3DB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생활 속 주제라서</a:t>
            </a:r>
          </a:p>
        </p:txBody>
      </p:sp>
      <p:sp>
        <p:nvSpPr>
          <p:cNvPr id="18" name="pathways-3-text-17">
            <a:extLst xmlns:a="http://schemas.openxmlformats.org/drawingml/2006/main">
              <a:ext uri="{FF2B5EF4-FFF2-40B4-BE49-F238E27FC236}">
                <a16:creationId xmlns:a16="http://schemas.microsoft.com/office/drawing/2014/main" id="{DABFB1BD-1EAF-4D4D-8047-9EC4121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아이가 할 말이 생겨요</a:t>
            </a:r>
          </a:p>
        </p:txBody>
      </p:sp>
      <p:sp>
        <p:nvSpPr>
          <p:cNvPr id="19" name="pathways-3-text-18">
            <a:extLst xmlns:a="http://schemas.openxmlformats.org/drawingml/2006/main">
              <a:ext uri="{FF2B5EF4-FFF2-40B4-BE49-F238E27FC236}">
                <a16:creationId xmlns:a16="http://schemas.microsoft.com/office/drawing/2014/main" id="{E4E77FE5-7F0E-454E-BFA3-890A1722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rPr>
              <a:t>WHY WE BUY · 우리는 왜 살까?</a:t>
            </a:r>
          </a:p>
        </p:txBody>
      </p:sp>
      <p:sp>
        <p:nvSpPr>
          <p:cNvPr id="20" name="pathways-3-panel-19">
            <a:extLst xmlns:a="http://schemas.openxmlformats.org/drawingml/2006/main">
              <a:ext uri="{FF2B5EF4-FFF2-40B4-BE49-F238E27FC236}">
                <a16:creationId xmlns:a16="http://schemas.microsoft.com/office/drawing/2014/main" id="{89D8A7A9-5B84-4009-A062-D0FD036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ways-3-text-20">
            <a:extLst xmlns:a="http://schemas.openxmlformats.org/drawingml/2006/main">
              <a:ext uri="{FF2B5EF4-FFF2-40B4-BE49-F238E27FC236}">
                <a16:creationId xmlns:a16="http://schemas.microsoft.com/office/drawing/2014/main" id="{F84665D0-C884-4AF6-ABC9-7AB5C408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Store Secrets</a:t>
            </a:r>
          </a:p>
        </p:txBody>
      </p:sp>
      <p:sp>
        <p:nvSpPr>
          <p:cNvPr id="22" name="pathways-3-text-21">
            <a:extLst xmlns:a="http://schemas.openxmlformats.org/drawingml/2006/main">
              <a:ext uri="{FF2B5EF4-FFF2-40B4-BE49-F238E27FC236}">
                <a16:creationId xmlns:a16="http://schemas.microsoft.com/office/drawing/2014/main" id="{FB2E54F4-C7BB-4D98-A650-13BE52F3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마트는 왜 우유를 맨 안쪽에 둘까?</a:t>
            </a:r>
          </a:p>
        </p:txBody>
      </p:sp>
      <p:sp>
        <p:nvSpPr>
          <p:cNvPr id="23" name="pathways-3-panel-22">
            <a:extLst xmlns:a="http://schemas.openxmlformats.org/drawingml/2006/main">
              <a:ext uri="{FF2B5EF4-FFF2-40B4-BE49-F238E27FC236}">
                <a16:creationId xmlns:a16="http://schemas.microsoft.com/office/drawing/2014/main" id="{B5123485-8DE4-4303-9019-13B226E0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ways-3-text-23">
            <a:extLst xmlns:a="http://schemas.openxmlformats.org/drawingml/2006/main">
              <a:ext uri="{FF2B5EF4-FFF2-40B4-BE49-F238E27FC236}">
                <a16:creationId xmlns:a16="http://schemas.microsoft.com/office/drawing/2014/main" id="{32C2B146-0ECB-48BE-91A7-99C0D917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Words That Persuade</a:t>
            </a:r>
          </a:p>
        </p:txBody>
      </p:sp>
      <p:sp>
        <p:nvSpPr>
          <p:cNvPr id="25" name="pathways-3-text-24">
            <a:extLst xmlns:a="http://schemas.openxmlformats.org/drawingml/2006/main">
              <a:ext uri="{FF2B5EF4-FFF2-40B4-BE49-F238E27FC236}">
                <a16:creationId xmlns:a16="http://schemas.microsoft.com/office/drawing/2014/main" id="{6F02A2F9-BCF9-4371-BE21-077968D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7235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광고는 어떻게 마음을 움직일까?</a:t>
            </a:r>
          </a:p>
        </p:txBody>
      </p:sp>
      <p:sp>
        <p:nvSpPr>
          <p:cNvPr id="26" name="pathways-3-panel-25">
            <a:extLst xmlns:a="http://schemas.openxmlformats.org/drawingml/2006/main">
              <a:ext uri="{FF2B5EF4-FFF2-40B4-BE49-F238E27FC236}">
                <a16:creationId xmlns:a16="http://schemas.microsoft.com/office/drawing/2014/main" id="{CD3B68C2-4472-43CF-9B69-CAA77E4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4870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ways-3-text-26">
            <a:extLst xmlns:a="http://schemas.openxmlformats.org/drawingml/2006/main">
              <a:ext uri="{FF2B5EF4-FFF2-40B4-BE49-F238E27FC236}">
                <a16:creationId xmlns:a16="http://schemas.microsoft.com/office/drawing/2014/main" id="{7F8610DC-5E2F-42F5-B0BF-AD5A3774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773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Our Changing Planet</a:t>
            </a:r>
          </a:p>
        </p:txBody>
      </p:sp>
      <p:sp>
        <p:nvSpPr>
          <p:cNvPr id="28" name="pathways-3-text-27">
            <a:extLst xmlns:a="http://schemas.openxmlformats.org/drawingml/2006/main">
              <a:ext uri="{FF2B5EF4-FFF2-40B4-BE49-F238E27FC236}">
                <a16:creationId xmlns:a16="http://schemas.microsoft.com/office/drawing/2014/main" id="{2D889386-8DA7-4E46-B4CB-FEC610EA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4405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지구는 정말 나아지고 있을까?</a:t>
            </a:r>
          </a:p>
        </p:txBody>
      </p:sp>
      <p:sp>
        <p:nvSpPr>
          <p:cNvPr id="29" name="pathways-3-panel-28">
            <a:extLst xmlns:a="http://schemas.openxmlformats.org/drawingml/2006/main">
              <a:ext uri="{FF2B5EF4-FFF2-40B4-BE49-F238E27FC236}">
                <a16:creationId xmlns:a16="http://schemas.microsoft.com/office/drawing/2014/main" id="{4F7E9219-911A-4EB9-A4F2-D98FB065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6795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ways-3-text-29">
            <a:extLst xmlns:a="http://schemas.openxmlformats.org/drawingml/2006/main">
              <a:ext uri="{FF2B5EF4-FFF2-40B4-BE49-F238E27FC236}">
                <a16:creationId xmlns:a16="http://schemas.microsoft.com/office/drawing/2014/main" id="{8568E62D-2612-4FB2-9DF8-9FF6F44B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965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From Waste to Wonder</a:t>
            </a:r>
          </a:p>
        </p:txBody>
      </p:sp>
      <p:sp>
        <p:nvSpPr>
          <p:cNvPr id="31" name="pathways-3-text-30">
            <a:extLst xmlns:a="http://schemas.openxmlformats.org/drawingml/2006/main">
              <a:ext uri="{FF2B5EF4-FFF2-40B4-BE49-F238E27FC236}">
                <a16:creationId xmlns:a16="http://schemas.microsoft.com/office/drawing/2014/main" id="{809428E1-7A6A-4959-A375-9F5DDD9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6330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쓰레기가 거대한 작품이 된다면?</a:t>
            </a:r>
          </a:p>
        </p:txBody>
      </p:sp>
      <p:sp>
        <p:nvSpPr>
          <p:cNvPr id="32" name="pathways-3-text-31">
            <a:extLst xmlns:a="http://schemas.openxmlformats.org/drawingml/2006/main">
              <a:ext uri="{FF2B5EF4-FFF2-40B4-BE49-F238E27FC236}">
                <a16:creationId xmlns:a16="http://schemas.microsoft.com/office/drawing/2014/main" id="{BC3DE55E-1798-4C7E-896F-D82CCF03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rPr>
              <a:t>GREEN LIVING · 지구와 함께 살기</a:t>
            </a:r>
          </a:p>
        </p:txBody>
      </p:sp>
      <p:sp>
        <p:nvSpPr>
          <p:cNvPr id="33" name="pathways-3-text-32">
            <a:extLst xmlns:a="http://schemas.openxmlformats.org/drawingml/2006/main">
              <a:ext uri="{FF2B5EF4-FFF2-40B4-BE49-F238E27FC236}">
                <a16:creationId xmlns:a16="http://schemas.microsoft.com/office/drawing/2014/main" id="{A4E09139-43D7-4C64-BB5D-31892A92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0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읽고 끝이 아니라 “너라면?”으로 이어져요.</a:t>
            </a:r>
          </a:p>
        </p:txBody>
      </p:sp>
    </p:spTree>
    <p:extLst>
      <p:ext uri="{BB962C8B-B14F-4D97-AF65-F5344CB8AC3E}">
        <p14:creationId xmlns:p14="http://schemas.microsoft.com/office/powerpoint/2010/main" val="2028971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pathways-4-panel-0">
            <a:extLst xmlns:a="http://schemas.openxmlformats.org/drawingml/2006/main">
              <a:ext uri="{FF2B5EF4-FFF2-40B4-BE49-F238E27FC236}">
                <a16:creationId xmlns:a16="http://schemas.microsoft.com/office/drawing/2014/main" id="{0192B965-6E32-407A-B65F-9BDBB675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4-text-1">
            <a:extLst xmlns:a="http://schemas.openxmlformats.org/drawingml/2006/main">
              <a:ext uri="{FF2B5EF4-FFF2-40B4-BE49-F238E27FC236}">
                <a16:creationId xmlns:a16="http://schemas.microsoft.com/office/drawing/2014/main" id="{20EFC19B-7AAC-4987-BAA6-ED7B5E2F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4-text-2">
            <a:extLst xmlns:a="http://schemas.openxmlformats.org/drawingml/2006/main">
              <a:ext uri="{FF2B5EF4-FFF2-40B4-BE49-F238E27FC236}">
                <a16:creationId xmlns:a16="http://schemas.microsoft.com/office/drawing/2014/main" id="{B921FDE2-5A04-4500-95A7-840614BF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4-text-3">
            <a:extLst xmlns:a="http://schemas.openxmlformats.org/drawingml/2006/main">
              <a:ext uri="{FF2B5EF4-FFF2-40B4-BE49-F238E27FC236}">
                <a16:creationId xmlns:a16="http://schemas.microsoft.com/office/drawing/2014/main" id="{287AF65B-4546-400C-B78A-A0ABD3D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4-panel-4">
            <a:extLst xmlns:a="http://schemas.openxmlformats.org/drawingml/2006/main">
              <a:ext uri="{FF2B5EF4-FFF2-40B4-BE49-F238E27FC236}">
                <a16:creationId xmlns:a16="http://schemas.microsoft.com/office/drawing/2014/main" id="{71654C4F-B388-425B-ACB3-114B8EAE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4-panel-5">
            <a:extLst xmlns:a="http://schemas.openxmlformats.org/drawingml/2006/main">
              <a:ext uri="{FF2B5EF4-FFF2-40B4-BE49-F238E27FC236}">
                <a16:creationId xmlns:a16="http://schemas.microsoft.com/office/drawing/2014/main" id="{E39D2E55-6326-4C16-B419-49614721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4-panel-6">
            <a:extLst xmlns:a="http://schemas.openxmlformats.org/drawingml/2006/main">
              <a:ext uri="{FF2B5EF4-FFF2-40B4-BE49-F238E27FC236}">
                <a16:creationId xmlns:a16="http://schemas.microsoft.com/office/drawing/2014/main" id="{02CB4889-D72D-40F7-B2CD-F9B06D37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4-panel-7">
            <a:extLst xmlns:a="http://schemas.openxmlformats.org/drawingml/2006/main">
              <a:ext uri="{FF2B5EF4-FFF2-40B4-BE49-F238E27FC236}">
                <a16:creationId xmlns:a16="http://schemas.microsoft.com/office/drawing/2014/main" id="{3E8D0E2B-80B4-42D5-97EC-62EDE66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4-panel-8">
            <a:extLst xmlns:a="http://schemas.openxmlformats.org/drawingml/2006/main">
              <a:ext uri="{FF2B5EF4-FFF2-40B4-BE49-F238E27FC236}">
                <a16:creationId xmlns:a16="http://schemas.microsoft.com/office/drawing/2014/main" id="{6B617CDA-DF41-4F5C-B34B-C3C34F2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4-panel-9">
            <a:extLst xmlns:a="http://schemas.openxmlformats.org/drawingml/2006/main">
              <a:ext uri="{FF2B5EF4-FFF2-40B4-BE49-F238E27FC236}">
                <a16:creationId xmlns:a16="http://schemas.microsoft.com/office/drawing/2014/main" id="{0DEB68F6-3FEE-4A66-AEC4-A7A0668A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4-panel-10">
            <a:extLst xmlns:a="http://schemas.openxmlformats.org/drawingml/2006/main">
              <a:ext uri="{FF2B5EF4-FFF2-40B4-BE49-F238E27FC236}">
                <a16:creationId xmlns:a16="http://schemas.microsoft.com/office/drawing/2014/main" id="{D0B5BCF1-EC60-46BC-808C-7201B549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4-panel-11">
            <a:extLst xmlns:a="http://schemas.openxmlformats.org/drawingml/2006/main">
              <a:ext uri="{FF2B5EF4-FFF2-40B4-BE49-F238E27FC236}">
                <a16:creationId xmlns:a16="http://schemas.microsoft.com/office/drawing/2014/main" id="{5AFABC0C-7CD9-48E9-ACBE-F25D29F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4-panel-12">
            <a:extLst xmlns:a="http://schemas.openxmlformats.org/drawingml/2006/main">
              <a:ext uri="{FF2B5EF4-FFF2-40B4-BE49-F238E27FC236}">
                <a16:creationId xmlns:a16="http://schemas.microsoft.com/office/drawing/2014/main" id="{97843D5B-2B0D-48D6-A50F-55C28946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4-panel-13">
            <a:extLst xmlns:a="http://schemas.openxmlformats.org/drawingml/2006/main">
              <a:ext uri="{FF2B5EF4-FFF2-40B4-BE49-F238E27FC236}">
                <a16:creationId xmlns:a16="http://schemas.microsoft.com/office/drawing/2014/main" id="{B3B69A50-30A2-408A-B577-9693E39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430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4-text-14">
            <a:extLst xmlns:a="http://schemas.openxmlformats.org/drawingml/2006/main">
              <a:ext uri="{FF2B5EF4-FFF2-40B4-BE49-F238E27FC236}">
                <a16:creationId xmlns:a16="http://schemas.microsoft.com/office/drawing/2014/main" id="{8BC6D1C5-10BA-49BB-9327-83036BED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2001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3</a:t>
            </a:r>
          </a:p>
        </p:txBody>
      </p:sp>
      <p:sp>
        <p:nvSpPr>
          <p:cNvPr id="16" name="pathways-4-text-15">
            <a:extLst xmlns:a="http://schemas.openxmlformats.org/drawingml/2006/main">
              <a:ext uri="{FF2B5EF4-FFF2-40B4-BE49-F238E27FC236}">
                <a16:creationId xmlns:a16="http://schemas.microsoft.com/office/drawing/2014/main" id="{2CF4025B-B9DC-4068-A396-21ED6CCD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직접 만든 워크시트북으로, 매주 이 루트</a:t>
            </a:r>
          </a:p>
        </p:txBody>
      </p:sp>
      <p:sp>
        <p:nvSpPr>
          <p:cNvPr id="17" name="pathways-4-text-16">
            <a:extLst xmlns:a="http://schemas.openxmlformats.org/drawingml/2006/main">
              <a:ext uri="{FF2B5EF4-FFF2-40B4-BE49-F238E27FC236}">
                <a16:creationId xmlns:a16="http://schemas.microsoft.com/office/drawing/2014/main" id="{E69B1D2B-F59B-454D-B5FD-598B1164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읽기에서 시작해</a:t>
            </a:r>
          </a:p>
        </p:txBody>
      </p:sp>
      <p:sp>
        <p:nvSpPr>
          <p:cNvPr id="18" name="pathways-4-text-17">
            <a:extLst xmlns:a="http://schemas.openxmlformats.org/drawingml/2006/main">
              <a:ext uri="{FF2B5EF4-FFF2-40B4-BE49-F238E27FC236}">
                <a16:creationId xmlns:a16="http://schemas.microsoft.com/office/drawing/2014/main" id="{D2F5BCE3-F422-4D63-8C4B-AD779B8C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글 한 편으로 끝나요</a:t>
            </a:r>
          </a:p>
        </p:txBody>
      </p:sp>
      <p:sp>
        <p:nvSpPr>
          <p:cNvPr id="19" name="pathways-4-panel-18">
            <a:extLst xmlns:a="http://schemas.openxmlformats.org/drawingml/2006/main">
              <a:ext uri="{FF2B5EF4-FFF2-40B4-BE49-F238E27FC236}">
                <a16:creationId xmlns:a16="http://schemas.microsoft.com/office/drawing/2014/main" id="{7BEF9BB2-D6B8-484D-81A3-FE6311D8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4-panel-19">
            <a:extLst xmlns:a="http://schemas.openxmlformats.org/drawingml/2006/main">
              <a:ext uri="{FF2B5EF4-FFF2-40B4-BE49-F238E27FC236}">
                <a16:creationId xmlns:a16="http://schemas.microsoft.com/office/drawing/2014/main" id="{9CBC064A-367D-4747-BAEC-FA980809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86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ways-4-text-20">
            <a:extLst xmlns:a="http://schemas.openxmlformats.org/drawingml/2006/main">
              <a:ext uri="{FF2B5EF4-FFF2-40B4-BE49-F238E27FC236}">
                <a16:creationId xmlns:a16="http://schemas.microsoft.com/office/drawing/2014/main" id="{3776BE4C-91CA-4D67-AF57-2DF92B70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2" name="pathways-4-text-21">
            <a:extLst xmlns:a="http://schemas.openxmlformats.org/drawingml/2006/main">
              <a:ext uri="{FF2B5EF4-FFF2-40B4-BE49-F238E27FC236}">
                <a16:creationId xmlns:a16="http://schemas.microsoft.com/office/drawing/2014/main" id="{A08B2C8A-9D27-4F69-8397-E00780E4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482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▦</a:t>
            </a:r>
          </a:p>
        </p:txBody>
      </p:sp>
      <p:sp>
        <p:nvSpPr>
          <p:cNvPr id="23" name="pathways-4-text-22">
            <a:extLst xmlns:a="http://schemas.openxmlformats.org/drawingml/2006/main">
              <a:ext uri="{FF2B5EF4-FFF2-40B4-BE49-F238E27FC236}">
                <a16:creationId xmlns:a16="http://schemas.microsoft.com/office/drawing/2014/main" id="{28259324-1E21-4059-9AF4-A5CD767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Study Plan</a:t>
            </a:r>
          </a:p>
        </p:txBody>
      </p:sp>
      <p:sp>
        <p:nvSpPr>
          <p:cNvPr id="24" name="pathways-4-text-23">
            <a:extLst xmlns:a="http://schemas.openxmlformats.org/drawingml/2006/main">
              <a:ext uri="{FF2B5EF4-FFF2-40B4-BE49-F238E27FC236}">
                <a16:creationId xmlns:a16="http://schemas.microsoft.com/office/drawing/2014/main" id="{EB9914D9-B44A-42FA-B318-14A18BE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24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요일별 할 일</a:t>
            </a:r>
          </a:p>
        </p:txBody>
      </p:sp>
      <p:sp>
        <p:nvSpPr>
          <p:cNvPr id="25" name="pathways-4-panel-24">
            <a:extLst xmlns:a="http://schemas.openxmlformats.org/drawingml/2006/main">
              <a:ext uri="{FF2B5EF4-FFF2-40B4-BE49-F238E27FC236}">
                <a16:creationId xmlns:a16="http://schemas.microsoft.com/office/drawing/2014/main" id="{69D29282-87C1-454A-9C42-4394F660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4-panel-25">
            <a:extLst xmlns:a="http://schemas.openxmlformats.org/drawingml/2006/main">
              <a:ext uri="{FF2B5EF4-FFF2-40B4-BE49-F238E27FC236}">
                <a16:creationId xmlns:a16="http://schemas.microsoft.com/office/drawing/2014/main" id="{1F9193EB-CA15-435C-93AE-8096F709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86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ways-4-text-26">
            <a:extLst xmlns:a="http://schemas.openxmlformats.org/drawingml/2006/main">
              <a:ext uri="{FF2B5EF4-FFF2-40B4-BE49-F238E27FC236}">
                <a16:creationId xmlns:a16="http://schemas.microsoft.com/office/drawing/2014/main" id="{1E5138D2-6CA6-48F2-80D4-F51977A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pathways-4-text-27">
            <a:extLst xmlns:a="http://schemas.openxmlformats.org/drawingml/2006/main">
              <a:ext uri="{FF2B5EF4-FFF2-40B4-BE49-F238E27FC236}">
                <a16:creationId xmlns:a16="http://schemas.microsoft.com/office/drawing/2014/main" id="{04B471C6-A936-403B-80A3-6B1BC542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482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abc</a:t>
            </a:r>
          </a:p>
        </p:txBody>
      </p:sp>
      <p:sp>
        <p:nvSpPr>
          <p:cNvPr id="29" name="pathways-4-text-28">
            <a:extLst xmlns:a="http://schemas.openxmlformats.org/drawingml/2006/main">
              <a:ext uri="{FF2B5EF4-FFF2-40B4-BE49-F238E27FC236}">
                <a16:creationId xmlns:a16="http://schemas.microsoft.com/office/drawing/2014/main" id="{80AF7739-D195-4BB0-B5FE-533ED960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3400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Key Vocabulary</a:t>
            </a:r>
          </a:p>
        </p:txBody>
      </p:sp>
      <p:sp>
        <p:nvSpPr>
          <p:cNvPr id="30" name="pathways-4-text-29">
            <a:extLst xmlns:a="http://schemas.openxmlformats.org/drawingml/2006/main">
              <a:ext uri="{FF2B5EF4-FFF2-40B4-BE49-F238E27FC236}">
                <a16:creationId xmlns:a16="http://schemas.microsoft.com/office/drawing/2014/main" id="{FCF233B3-0560-47CF-91E5-B2CB090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24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단어 10개 + 음독</a:t>
            </a:r>
          </a:p>
        </p:txBody>
      </p:sp>
      <p:sp>
        <p:nvSpPr>
          <p:cNvPr id="31" name="pathways-4-panel-30">
            <a:extLst xmlns:a="http://schemas.openxmlformats.org/drawingml/2006/main">
              <a:ext uri="{FF2B5EF4-FFF2-40B4-BE49-F238E27FC236}">
                <a16:creationId xmlns:a16="http://schemas.microsoft.com/office/drawing/2014/main" id="{98C0432B-AE58-480C-848F-1DF6DA9E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3862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4-panel-31">
            <a:extLst xmlns:a="http://schemas.openxmlformats.org/drawingml/2006/main">
              <a:ext uri="{FF2B5EF4-FFF2-40B4-BE49-F238E27FC236}">
                <a16:creationId xmlns:a16="http://schemas.microsoft.com/office/drawing/2014/main" id="{59365879-01D3-4E1F-B4F1-8A8B444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86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ways-4-text-32">
            <a:extLst xmlns:a="http://schemas.openxmlformats.org/drawingml/2006/main">
              <a:ext uri="{FF2B5EF4-FFF2-40B4-BE49-F238E27FC236}">
                <a16:creationId xmlns:a16="http://schemas.microsoft.com/office/drawing/2014/main" id="{5EC0E14E-FD31-4349-8688-C8D891A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433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4" name="pathways-4-text-33">
            <a:extLst xmlns:a="http://schemas.openxmlformats.org/drawingml/2006/main">
              <a:ext uri="{FF2B5EF4-FFF2-40B4-BE49-F238E27FC236}">
                <a16:creationId xmlns:a16="http://schemas.microsoft.com/office/drawing/2014/main" id="{988D62CF-09BC-4621-A551-CF93C4C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482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35" name="pathways-4-text-34">
            <a:extLst xmlns:a="http://schemas.openxmlformats.org/drawingml/2006/main">
              <a:ext uri="{FF2B5EF4-FFF2-40B4-BE49-F238E27FC236}">
                <a16:creationId xmlns:a16="http://schemas.microsoft.com/office/drawing/2014/main" id="{9706D588-BA34-4B14-8D0D-66CF54C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Thinking</a:t>
            </a:r>
          </a:p>
        </p:txBody>
      </p:sp>
      <p:sp>
        <p:nvSpPr>
          <p:cNvPr id="36" name="pathways-4-text-35">
            <a:extLst xmlns:a="http://schemas.openxmlformats.org/drawingml/2006/main">
              <a:ext uri="{FF2B5EF4-FFF2-40B4-BE49-F238E27FC236}">
                <a16:creationId xmlns:a16="http://schemas.microsoft.com/office/drawing/2014/main" id="{C5E58F5C-FEB2-497D-80EA-D7E98289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724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읽은 것 → 내 생각</a:t>
            </a:r>
          </a:p>
        </p:txBody>
      </p:sp>
      <p:sp>
        <p:nvSpPr>
          <p:cNvPr id="37" name="pathways-4-panel-36">
            <a:extLst xmlns:a="http://schemas.openxmlformats.org/drawingml/2006/main">
              <a:ext uri="{FF2B5EF4-FFF2-40B4-BE49-F238E27FC236}">
                <a16:creationId xmlns:a16="http://schemas.microsoft.com/office/drawing/2014/main" id="{A4326720-8C5A-40A7-95EA-B8C51B2A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ways-4-panel-37">
            <a:extLst xmlns:a="http://schemas.openxmlformats.org/drawingml/2006/main">
              <a:ext uri="{FF2B5EF4-FFF2-40B4-BE49-F238E27FC236}">
                <a16:creationId xmlns:a16="http://schemas.microsoft.com/office/drawing/2014/main" id="{F23990CD-5B75-4524-8942-30ECD489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3531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ways-4-text-38">
            <a:extLst xmlns:a="http://schemas.openxmlformats.org/drawingml/2006/main">
              <a:ext uri="{FF2B5EF4-FFF2-40B4-BE49-F238E27FC236}">
                <a16:creationId xmlns:a16="http://schemas.microsoft.com/office/drawing/2014/main" id="{CC3B7876-2991-4B0D-821F-22551EF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103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pathways-4-text-39">
            <a:extLst xmlns:a="http://schemas.openxmlformats.org/drawingml/2006/main">
              <a:ext uri="{FF2B5EF4-FFF2-40B4-BE49-F238E27FC236}">
                <a16:creationId xmlns:a16="http://schemas.microsoft.com/office/drawing/2014/main" id="{1BD7924B-2370-4F8E-8EA4-FA16D8F4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9151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◎</a:t>
            </a:r>
          </a:p>
        </p:txBody>
      </p:sp>
      <p:sp>
        <p:nvSpPr>
          <p:cNvPr id="41" name="pathways-4-text-40">
            <a:extLst xmlns:a="http://schemas.openxmlformats.org/drawingml/2006/main">
              <a:ext uri="{FF2B5EF4-FFF2-40B4-BE49-F238E27FC236}">
                <a16:creationId xmlns:a16="http://schemas.microsoft.com/office/drawing/2014/main" id="{CFC5E951-DE5C-490C-82F3-69CB47EA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0095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Mission</a:t>
            </a:r>
          </a:p>
        </p:txBody>
      </p:sp>
      <p:sp>
        <p:nvSpPr>
          <p:cNvPr id="42" name="pathways-4-text-41">
            <a:extLst xmlns:a="http://schemas.openxmlformats.org/drawingml/2006/main">
              <a:ext uri="{FF2B5EF4-FFF2-40B4-BE49-F238E27FC236}">
                <a16:creationId xmlns:a16="http://schemas.microsoft.com/office/drawing/2014/main" id="{4A47BCC1-33DE-42DD-960B-5E904F3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9914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주제로 미션 해결</a:t>
            </a:r>
          </a:p>
        </p:txBody>
      </p:sp>
      <p:sp>
        <p:nvSpPr>
          <p:cNvPr id="43" name="pathways-4-panel-42">
            <a:extLst xmlns:a="http://schemas.openxmlformats.org/drawingml/2006/main">
              <a:ext uri="{FF2B5EF4-FFF2-40B4-BE49-F238E27FC236}">
                <a16:creationId xmlns:a16="http://schemas.microsoft.com/office/drawing/2014/main" id="{4327DBB6-0AAE-4179-BED0-B448530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0557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ways-4-panel-43">
            <a:extLst xmlns:a="http://schemas.openxmlformats.org/drawingml/2006/main">
              <a:ext uri="{FF2B5EF4-FFF2-40B4-BE49-F238E27FC236}">
                <a16:creationId xmlns:a16="http://schemas.microsoft.com/office/drawing/2014/main" id="{9193945B-3ECF-40A9-8430-31105A7F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531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ways-4-text-44">
            <a:extLst xmlns:a="http://schemas.openxmlformats.org/drawingml/2006/main">
              <a:ext uri="{FF2B5EF4-FFF2-40B4-BE49-F238E27FC236}">
                <a16:creationId xmlns:a16="http://schemas.microsoft.com/office/drawing/2014/main" id="{E76E6B4E-3515-42B6-9A2F-7BA77854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103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6" name="pathways-4-text-45">
            <a:extLst xmlns:a="http://schemas.openxmlformats.org/drawingml/2006/main">
              <a:ext uri="{FF2B5EF4-FFF2-40B4-BE49-F238E27FC236}">
                <a16:creationId xmlns:a16="http://schemas.microsoft.com/office/drawing/2014/main" id="{6D82A2E1-E4FA-4A55-B904-3D78259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9151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47" name="pathways-4-text-46">
            <a:extLst xmlns:a="http://schemas.openxmlformats.org/drawingml/2006/main">
              <a:ext uri="{FF2B5EF4-FFF2-40B4-BE49-F238E27FC236}">
                <a16:creationId xmlns:a16="http://schemas.microsoft.com/office/drawing/2014/main" id="{735523FA-A9C3-404D-BD37-7BBEB5F8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60095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Brainstorm</a:t>
            </a:r>
          </a:p>
        </p:txBody>
      </p:sp>
      <p:sp>
        <p:nvSpPr>
          <p:cNvPr id="48" name="pathways-4-text-47">
            <a:extLst xmlns:a="http://schemas.openxmlformats.org/drawingml/2006/main">
              <a:ext uri="{FF2B5EF4-FFF2-40B4-BE49-F238E27FC236}">
                <a16:creationId xmlns:a16="http://schemas.microsoft.com/office/drawing/2014/main" id="{162F89DA-9916-482D-97F2-F7961203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9914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질문에 답하며 설계</a:t>
            </a:r>
          </a:p>
        </p:txBody>
      </p:sp>
      <p:sp>
        <p:nvSpPr>
          <p:cNvPr id="49" name="pathways-4-panel-48">
            <a:extLst xmlns:a="http://schemas.openxmlformats.org/drawingml/2006/main">
              <a:ext uri="{FF2B5EF4-FFF2-40B4-BE49-F238E27FC236}">
                <a16:creationId xmlns:a16="http://schemas.microsoft.com/office/drawing/2014/main" id="{CA0E784E-2A4F-49BF-8265-B39EA87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50557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ways-4-panel-49">
            <a:extLst xmlns:a="http://schemas.openxmlformats.org/drawingml/2006/main">
              <a:ext uri="{FF2B5EF4-FFF2-40B4-BE49-F238E27FC236}">
                <a16:creationId xmlns:a16="http://schemas.microsoft.com/office/drawing/2014/main" id="{73761E0B-304E-4E4C-A517-639E0700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3531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ways-4-text-50">
            <a:extLst xmlns:a="http://schemas.openxmlformats.org/drawingml/2006/main">
              <a:ext uri="{FF2B5EF4-FFF2-40B4-BE49-F238E27FC236}">
                <a16:creationId xmlns:a16="http://schemas.microsoft.com/office/drawing/2014/main" id="{9D360590-98F2-42E7-A73E-1FABAA8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103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2" name="pathways-4-text-51">
            <a:extLst xmlns:a="http://schemas.openxmlformats.org/drawingml/2006/main">
              <a:ext uri="{FF2B5EF4-FFF2-40B4-BE49-F238E27FC236}">
                <a16:creationId xmlns:a16="http://schemas.microsoft.com/office/drawing/2014/main" id="{4F42DFFA-F12F-42CC-8D0C-6249FEA0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9151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rPr>
              <a:t>✎</a:t>
            </a:r>
          </a:p>
        </p:txBody>
      </p:sp>
      <p:sp>
        <p:nvSpPr>
          <p:cNvPr id="53" name="pathways-4-text-52">
            <a:extLst xmlns:a="http://schemas.openxmlformats.org/drawingml/2006/main">
              <a:ext uri="{FF2B5EF4-FFF2-40B4-BE49-F238E27FC236}">
                <a16:creationId xmlns:a16="http://schemas.microsoft.com/office/drawing/2014/main" id="{1E502C00-588E-4090-AC5F-523A92B4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60095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Final Essay</a:t>
            </a:r>
          </a:p>
        </p:txBody>
      </p:sp>
      <p:sp>
        <p:nvSpPr>
          <p:cNvPr id="54" name="pathways-4-text-53">
            <a:extLst xmlns:a="http://schemas.openxmlformats.org/drawingml/2006/main">
              <a:ext uri="{FF2B5EF4-FFF2-40B4-BE49-F238E27FC236}">
                <a16:creationId xmlns:a16="http://schemas.microsoft.com/office/drawing/2014/main" id="{B494844F-B598-43E0-88E1-847B7BF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79914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rPr>
              <a:t>글 완성 + 피드백</a:t>
            </a:r>
          </a:p>
        </p:txBody>
      </p:sp>
      <p:sp>
        <p:nvSpPr>
          <p:cNvPr id="55" name="pathways-4-panel-54">
            <a:extLst xmlns:a="http://schemas.openxmlformats.org/drawingml/2006/main">
              <a:ext uri="{FF2B5EF4-FFF2-40B4-BE49-F238E27FC236}">
                <a16:creationId xmlns:a16="http://schemas.microsoft.com/office/drawing/2014/main" id="{4C622AE4-16A9-4C8A-9689-3D2ACD41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85A8A2-18C7-4767-8C1B-796C091A4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f807ee9fe4456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8325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57" name="pathways-4-text-56">
            <a:extLst xmlns:a="http://schemas.openxmlformats.org/drawingml/2006/main">
              <a:ext uri="{FF2B5EF4-FFF2-40B4-BE49-F238E27FC236}">
                <a16:creationId xmlns:a16="http://schemas.microsoft.com/office/drawing/2014/main" id="{987F9A12-AED9-4F92-9459-2BD442E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58" name="pathways-4-text-57">
            <a:extLst xmlns:a="http://schemas.openxmlformats.org/drawingml/2006/main">
              <a:ext uri="{FF2B5EF4-FFF2-40B4-BE49-F238E27FC236}">
                <a16:creationId xmlns:a16="http://schemas.microsoft.com/office/drawing/2014/main" id="{66F205AF-CDEA-4CAD-AAB7-9C60EA3D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1</a:t>
            </a:r>
          </a:p>
        </p:txBody>
      </p:sp>
      <p:sp>
        <p:nvSpPr>
          <p:cNvPr id="59" name="pathways-4-panel-58">
            <a:extLst xmlns:a="http://schemas.openxmlformats.org/drawingml/2006/main">
              <a:ext uri="{FF2B5EF4-FFF2-40B4-BE49-F238E27FC236}">
                <a16:creationId xmlns:a16="http://schemas.microsoft.com/office/drawing/2014/main" id="{549F7101-FABC-47AD-BB01-4F1E7EF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862ED8-E21C-4ED4-8BD8-02233114B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0c1605ff64a09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9450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61" name="pathways-4-text-60">
            <a:extLst xmlns:a="http://schemas.openxmlformats.org/drawingml/2006/main">
              <a:ext uri="{FF2B5EF4-FFF2-40B4-BE49-F238E27FC236}">
                <a16:creationId xmlns:a16="http://schemas.microsoft.com/office/drawing/2014/main" id="{D7E0E0B6-9BFC-4192-B12C-9BEDEDDF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62" name="pathways-4-text-61">
            <a:extLst xmlns:a="http://schemas.openxmlformats.org/drawingml/2006/main">
              <a:ext uri="{FF2B5EF4-FFF2-40B4-BE49-F238E27FC236}">
                <a16:creationId xmlns:a16="http://schemas.microsoft.com/office/drawing/2014/main" id="{A96874F4-88D4-4D7E-B452-4E2B994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2</a:t>
            </a:r>
          </a:p>
        </p:txBody>
      </p:sp>
      <p:sp>
        <p:nvSpPr>
          <p:cNvPr id="63" name="pathways-4-panel-62">
            <a:extLst xmlns:a="http://schemas.openxmlformats.org/drawingml/2006/main">
              <a:ext uri="{FF2B5EF4-FFF2-40B4-BE49-F238E27FC236}">
                <a16:creationId xmlns:a16="http://schemas.microsoft.com/office/drawing/2014/main" id="{3A0B2E27-92E2-435C-98D8-DF4CE62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C3E3F4-E017-4CC9-BD41-86CEDDF97F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f0628efc64976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65" name="pathways-4-text-64">
            <a:extLst xmlns:a="http://schemas.openxmlformats.org/drawingml/2006/main">
              <a:ext uri="{FF2B5EF4-FFF2-40B4-BE49-F238E27FC236}">
                <a16:creationId xmlns:a16="http://schemas.microsoft.com/office/drawing/2014/main" id="{FDF5D256-E674-41BC-80C5-E4E7DD7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66" name="pathways-4-text-65">
            <a:extLst xmlns:a="http://schemas.openxmlformats.org/drawingml/2006/main">
              <a:ext uri="{FF2B5EF4-FFF2-40B4-BE49-F238E27FC236}">
                <a16:creationId xmlns:a16="http://schemas.microsoft.com/office/drawing/2014/main" id="{C595C583-F458-4720-912D-C885B0A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3</a:t>
            </a:r>
          </a:p>
        </p:txBody>
      </p:sp>
      <p:sp>
        <p:nvSpPr>
          <p:cNvPr id="67" name="pathways-4-panel-66">
            <a:extLst xmlns:a="http://schemas.openxmlformats.org/drawingml/2006/main">
              <a:ext uri="{FF2B5EF4-FFF2-40B4-BE49-F238E27FC236}">
                <a16:creationId xmlns:a16="http://schemas.microsoft.com/office/drawing/2014/main" id="{DC5F99F3-4DD6-4B50-9EC1-DE59F589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B0F3A5-2EE3-47D5-9F65-3EB2543BD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3f249c7f74dc2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69" name="pathways-4-text-68">
            <a:extLst xmlns:a="http://schemas.openxmlformats.org/drawingml/2006/main">
              <a:ext uri="{FF2B5EF4-FFF2-40B4-BE49-F238E27FC236}">
                <a16:creationId xmlns:a16="http://schemas.microsoft.com/office/drawing/2014/main" id="{F4BE98C1-05B6-4BBD-8CA5-E18EB171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70" name="pathways-4-text-69">
            <a:extLst xmlns:a="http://schemas.openxmlformats.org/drawingml/2006/main">
              <a:ext uri="{FF2B5EF4-FFF2-40B4-BE49-F238E27FC236}">
                <a16:creationId xmlns:a16="http://schemas.microsoft.com/office/drawing/2014/main" id="{79071A49-86ED-47F8-A312-87C6F5BB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4</a:t>
            </a:r>
          </a:p>
        </p:txBody>
      </p:sp>
      <p:sp>
        <p:nvSpPr>
          <p:cNvPr id="71" name="pathways-4-panel-70">
            <a:extLst xmlns:a="http://schemas.openxmlformats.org/drawingml/2006/main">
              <a:ext uri="{FF2B5EF4-FFF2-40B4-BE49-F238E27FC236}">
                <a16:creationId xmlns:a16="http://schemas.microsoft.com/office/drawing/2014/main" id="{7780373B-102F-4375-80B8-17270B8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887233-C9B4-4AAF-B96E-16AC2D66A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2a345cc6640d8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2825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73" name="pathways-4-text-72">
            <a:extLst xmlns:a="http://schemas.openxmlformats.org/drawingml/2006/main">
              <a:ext uri="{FF2B5EF4-FFF2-40B4-BE49-F238E27FC236}">
                <a16:creationId xmlns:a16="http://schemas.microsoft.com/office/drawing/2014/main" id="{65ED2073-1B48-4107-86C2-2C17B52C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74" name="pathways-4-text-73">
            <a:extLst xmlns:a="http://schemas.openxmlformats.org/drawingml/2006/main">
              <a:ext uri="{FF2B5EF4-FFF2-40B4-BE49-F238E27FC236}">
                <a16:creationId xmlns:a16="http://schemas.microsoft.com/office/drawing/2014/main" id="{42650E88-B46C-4148-AB0F-55828F3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5</a:t>
            </a:r>
          </a:p>
        </p:txBody>
      </p:sp>
      <p:sp>
        <p:nvSpPr>
          <p:cNvPr id="75" name="pathways-4-panel-74">
            <a:extLst xmlns:a="http://schemas.openxmlformats.org/drawingml/2006/main">
              <a:ext uri="{FF2B5EF4-FFF2-40B4-BE49-F238E27FC236}">
                <a16:creationId xmlns:a16="http://schemas.microsoft.com/office/drawing/2014/main" id="{FD6B35C0-9297-43B9-8005-956DFD60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0"/>
            <a:ext cx="8991600" cy="695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ways-4-text-75">
            <a:extLst xmlns:a="http://schemas.openxmlformats.org/drawingml/2006/main">
              <a:ext uri="{FF2B5EF4-FFF2-40B4-BE49-F238E27FC236}">
                <a16:creationId xmlns:a16="http://schemas.microsoft.com/office/drawing/2014/main" id="{F5629308-9776-4721-973B-CEF0988C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29900"/>
            <a:ext cx="876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에세이 주 ↔ 토론 주</a:t>
            </a:r>
          </a:p>
        </p:txBody>
      </p:sp>
      <p:sp>
        <p:nvSpPr>
          <p:cNvPr id="77" name="pathways-4-panel-76">
            <a:extLst xmlns:a="http://schemas.openxmlformats.org/drawingml/2006/main">
              <a:ext uri="{FF2B5EF4-FFF2-40B4-BE49-F238E27FC236}">
                <a16:creationId xmlns:a16="http://schemas.microsoft.com/office/drawing/2014/main" id="{538AC815-5C1A-406F-BA33-630BCA43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01425"/>
            <a:ext cx="8991600" cy="695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ways-4-text-77">
            <a:extLst xmlns:a="http://schemas.openxmlformats.org/drawingml/2006/main">
              <a:ext uri="{FF2B5EF4-FFF2-40B4-BE49-F238E27FC236}">
                <a16:creationId xmlns:a16="http://schemas.microsoft.com/office/drawing/2014/main" id="{097C752E-8ED1-408A-823D-5E3A2BD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58575"/>
            <a:ext cx="876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생각은 한글로, 글은 영어로!</a:t>
            </a:r>
          </a:p>
        </p:txBody>
      </p:sp>
      <p:sp>
        <p:nvSpPr>
          <p:cNvPr id="79" name="pathways-4-panel-78">
            <a:extLst xmlns:a="http://schemas.openxmlformats.org/drawingml/2006/main">
              <a:ext uri="{FF2B5EF4-FFF2-40B4-BE49-F238E27FC236}">
                <a16:creationId xmlns:a16="http://schemas.microsoft.com/office/drawing/2014/main" id="{02886BEB-A705-4030-9DA7-2F2FA50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ways-4-panel-79">
            <a:extLst xmlns:a="http://schemas.openxmlformats.org/drawingml/2006/main">
              <a:ext uri="{FF2B5EF4-FFF2-40B4-BE49-F238E27FC236}">
                <a16:creationId xmlns:a16="http://schemas.microsoft.com/office/drawing/2014/main" id="{65628689-FED8-46A4-B728-40508C28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ways-4-text-80">
            <a:extLst xmlns:a="http://schemas.openxmlformats.org/drawingml/2006/main">
              <a:ext uri="{FF2B5EF4-FFF2-40B4-BE49-F238E27FC236}">
                <a16:creationId xmlns:a16="http://schemas.microsoft.com/office/drawing/2014/main" id="{89D36D50-CB3F-42E5-9CF1-A57122E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1861050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thways-5-panel-0">
            <a:extLst xmlns:a="http://schemas.openxmlformats.org/drawingml/2006/main">
              <a:ext uri="{FF2B5EF4-FFF2-40B4-BE49-F238E27FC236}">
                <a16:creationId xmlns:a16="http://schemas.microsoft.com/office/drawing/2014/main" id="{024472BF-FD0A-4DEB-B1E9-EB1D96A2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5-text-1">
            <a:extLst xmlns:a="http://schemas.openxmlformats.org/drawingml/2006/main">
              <a:ext uri="{FF2B5EF4-FFF2-40B4-BE49-F238E27FC236}">
                <a16:creationId xmlns:a16="http://schemas.microsoft.com/office/drawing/2014/main" id="{AAA59A0B-70F8-457F-AAF2-C3342898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5-text-2">
            <a:extLst xmlns:a="http://schemas.openxmlformats.org/drawingml/2006/main">
              <a:ext uri="{FF2B5EF4-FFF2-40B4-BE49-F238E27FC236}">
                <a16:creationId xmlns:a16="http://schemas.microsoft.com/office/drawing/2014/main" id="{65CEF55D-398E-483E-9345-1256325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5-text-3">
            <a:extLst xmlns:a="http://schemas.openxmlformats.org/drawingml/2006/main">
              <a:ext uri="{FF2B5EF4-FFF2-40B4-BE49-F238E27FC236}">
                <a16:creationId xmlns:a16="http://schemas.microsoft.com/office/drawing/2014/main" id="{DA0311FD-7418-4BCE-BE1E-AB90D84C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5-panel-4">
            <a:extLst xmlns:a="http://schemas.openxmlformats.org/drawingml/2006/main">
              <a:ext uri="{FF2B5EF4-FFF2-40B4-BE49-F238E27FC236}">
                <a16:creationId xmlns:a16="http://schemas.microsoft.com/office/drawing/2014/main" id="{B50E2FBA-17AE-450D-B9A1-2A372413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5-panel-5">
            <a:extLst xmlns:a="http://schemas.openxmlformats.org/drawingml/2006/main">
              <a:ext uri="{FF2B5EF4-FFF2-40B4-BE49-F238E27FC236}">
                <a16:creationId xmlns:a16="http://schemas.microsoft.com/office/drawing/2014/main" id="{9FE8DE14-7253-4BE0-AC63-C16C5D85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5-panel-6">
            <a:extLst xmlns:a="http://schemas.openxmlformats.org/drawingml/2006/main">
              <a:ext uri="{FF2B5EF4-FFF2-40B4-BE49-F238E27FC236}">
                <a16:creationId xmlns:a16="http://schemas.microsoft.com/office/drawing/2014/main" id="{C75AD009-D057-4AD8-B08D-D4216C4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5-panel-7">
            <a:extLst xmlns:a="http://schemas.openxmlformats.org/drawingml/2006/main">
              <a:ext uri="{FF2B5EF4-FFF2-40B4-BE49-F238E27FC236}">
                <a16:creationId xmlns:a16="http://schemas.microsoft.com/office/drawing/2014/main" id="{9812BBBF-D5E3-4236-814A-672CABCC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5-panel-8">
            <a:extLst xmlns:a="http://schemas.openxmlformats.org/drawingml/2006/main">
              <a:ext uri="{FF2B5EF4-FFF2-40B4-BE49-F238E27FC236}">
                <a16:creationId xmlns:a16="http://schemas.microsoft.com/office/drawing/2014/main" id="{DDD35529-B6CE-4CEA-AE26-95FA522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5-panel-9">
            <a:extLst xmlns:a="http://schemas.openxmlformats.org/drawingml/2006/main">
              <a:ext uri="{FF2B5EF4-FFF2-40B4-BE49-F238E27FC236}">
                <a16:creationId xmlns:a16="http://schemas.microsoft.com/office/drawing/2014/main" id="{056387EF-A4E8-49D2-A833-C03CCC1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5-panel-10">
            <a:extLst xmlns:a="http://schemas.openxmlformats.org/drawingml/2006/main">
              <a:ext uri="{FF2B5EF4-FFF2-40B4-BE49-F238E27FC236}">
                <a16:creationId xmlns:a16="http://schemas.microsoft.com/office/drawing/2014/main" id="{736FC014-AAD1-4EC7-BAAE-B3A1A6D6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5-panel-11">
            <a:extLst xmlns:a="http://schemas.openxmlformats.org/drawingml/2006/main">
              <a:ext uri="{FF2B5EF4-FFF2-40B4-BE49-F238E27FC236}">
                <a16:creationId xmlns:a16="http://schemas.microsoft.com/office/drawing/2014/main" id="{90BC12FB-7232-49B7-976A-0F1B88BA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5-panel-12">
            <a:extLst xmlns:a="http://schemas.openxmlformats.org/drawingml/2006/main">
              <a:ext uri="{FF2B5EF4-FFF2-40B4-BE49-F238E27FC236}">
                <a16:creationId xmlns:a16="http://schemas.microsoft.com/office/drawing/2014/main" id="{BD12FF0E-2E29-4E7A-A450-6312732E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5-panel-13">
            <a:extLst xmlns:a="http://schemas.openxmlformats.org/drawingml/2006/main">
              <a:ext uri="{FF2B5EF4-FFF2-40B4-BE49-F238E27FC236}">
                <a16:creationId xmlns:a16="http://schemas.microsoft.com/office/drawing/2014/main" id="{D6F7D6A7-ECC6-4010-A657-25E8B09B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5-text-14">
            <a:extLst xmlns:a="http://schemas.openxmlformats.org/drawingml/2006/main">
              <a:ext uri="{FF2B5EF4-FFF2-40B4-BE49-F238E27FC236}">
                <a16:creationId xmlns:a16="http://schemas.microsoft.com/office/drawing/2014/main" id="{962E340C-6984-4D8F-8B03-4AEF00E6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4</a:t>
            </a:r>
          </a:p>
        </p:txBody>
      </p:sp>
      <p:sp>
        <p:nvSpPr>
          <p:cNvPr id="16" name="pathways-5-text-15">
            <a:extLst xmlns:a="http://schemas.openxmlformats.org/drawingml/2006/main">
              <a:ext uri="{FF2B5EF4-FFF2-40B4-BE49-F238E27FC236}">
                <a16:creationId xmlns:a16="http://schemas.microsoft.com/office/drawing/2014/main" id="{51E6EAF0-1AF3-4EA9-9C46-0D63FAA7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주절주절은 그만</a:t>
            </a:r>
          </a:p>
        </p:txBody>
      </p:sp>
      <p:sp>
        <p:nvSpPr>
          <p:cNvPr id="17" name="pathways-5-text-16">
            <a:extLst xmlns:a="http://schemas.openxmlformats.org/drawingml/2006/main">
              <a:ext uri="{FF2B5EF4-FFF2-40B4-BE49-F238E27FC236}">
                <a16:creationId xmlns:a16="http://schemas.microsoft.com/office/drawing/2014/main" id="{94C46FE8-FDF6-4441-AF82-EFDFD69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막연한 문장은</a:t>
            </a:r>
          </a:p>
        </p:txBody>
      </p:sp>
      <p:sp>
        <p:nvSpPr>
          <p:cNvPr id="18" name="pathways-5-text-17">
            <a:extLst xmlns:a="http://schemas.openxmlformats.org/drawingml/2006/main">
              <a:ext uri="{FF2B5EF4-FFF2-40B4-BE49-F238E27FC236}">
                <a16:creationId xmlns:a16="http://schemas.microsoft.com/office/drawing/2014/main" id="{B85F9013-9ADF-4C0E-ADAF-1F3F74D7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돌려보내요</a:t>
            </a:r>
          </a:p>
        </p:txBody>
      </p:sp>
      <p:sp>
        <p:nvSpPr>
          <p:cNvPr id="19" name="pathways-5-panel-18">
            <a:extLst xmlns:a="http://schemas.openxmlformats.org/drawingml/2006/main">
              <a:ext uri="{FF2B5EF4-FFF2-40B4-BE49-F238E27FC236}">
                <a16:creationId xmlns:a16="http://schemas.microsoft.com/office/drawing/2014/main" id="{194F5DE5-4FFD-4514-AF6B-21F3D042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8991600" cy="2286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5-panel-19">
            <a:extLst xmlns:a="http://schemas.openxmlformats.org/drawingml/2006/main">
              <a:ext uri="{FF2B5EF4-FFF2-40B4-BE49-F238E27FC236}">
                <a16:creationId xmlns:a16="http://schemas.microsoft.com/office/drawing/2014/main" id="{1856D3F7-64FA-4355-B4CD-8BC6E934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67375"/>
            <a:ext cx="20002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21" name="pathways-5-text-20">
            <a:extLst xmlns:a="http://schemas.openxmlformats.org/drawingml/2006/main">
              <a:ext uri="{FF2B5EF4-FFF2-40B4-BE49-F238E27FC236}">
                <a16:creationId xmlns:a16="http://schemas.microsoft.com/office/drawing/2014/main" id="{26CE653C-A8BC-4C89-A84A-299E39AA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912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Be careful.</a:t>
            </a:r>
          </a:p>
        </p:txBody>
      </p:sp>
      <p:sp>
        <p:nvSpPr>
          <p:cNvPr id="22" name="pathways-5-panel-21">
            <a:extLst xmlns:a="http://schemas.openxmlformats.org/drawingml/2006/main">
              <a:ext uri="{FF2B5EF4-FFF2-40B4-BE49-F238E27FC236}">
                <a16:creationId xmlns:a16="http://schemas.microsoft.com/office/drawing/2014/main" id="{2AD7E0E9-3BBA-44DD-A730-FA0BF87A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721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ways-5-panel-22">
            <a:extLst xmlns:a="http://schemas.openxmlformats.org/drawingml/2006/main">
              <a:ext uri="{FF2B5EF4-FFF2-40B4-BE49-F238E27FC236}">
                <a16:creationId xmlns:a16="http://schemas.microsoft.com/office/drawing/2014/main" id="{F23CF665-88D3-43B8-99AB-975B07B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67375"/>
            <a:ext cx="20002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24" name="pathways-5-text-23">
            <a:extLst xmlns:a="http://schemas.openxmlformats.org/drawingml/2006/main">
              <a:ext uri="{FF2B5EF4-FFF2-40B4-BE49-F238E27FC236}">
                <a16:creationId xmlns:a16="http://schemas.microsoft.com/office/drawing/2014/main" id="{2813340A-322D-4BE8-9116-B0C7B7C6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912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Shop well.</a:t>
            </a:r>
          </a:p>
        </p:txBody>
      </p:sp>
      <p:sp>
        <p:nvSpPr>
          <p:cNvPr id="25" name="pathways-5-panel-24">
            <a:extLst xmlns:a="http://schemas.openxmlformats.org/drawingml/2006/main">
              <a:ext uri="{FF2B5EF4-FFF2-40B4-BE49-F238E27FC236}">
                <a16:creationId xmlns:a16="http://schemas.microsoft.com/office/drawing/2014/main" id="{0504DF56-5F2E-4963-9CC5-C972038E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721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5-panel-25">
            <a:extLst xmlns:a="http://schemas.openxmlformats.org/drawingml/2006/main">
              <a:ext uri="{FF2B5EF4-FFF2-40B4-BE49-F238E27FC236}">
                <a16:creationId xmlns:a16="http://schemas.microsoft.com/office/drawing/2014/main" id="{C0CE3D1A-DCA0-4B75-9CBE-5E92232F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25717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27" name="pathways-5-text-26">
            <a:extLst xmlns:a="http://schemas.openxmlformats.org/drawingml/2006/main">
              <a:ext uri="{FF2B5EF4-FFF2-40B4-BE49-F238E27FC236}">
                <a16:creationId xmlns:a16="http://schemas.microsoft.com/office/drawing/2014/main" id="{6FB9248B-D605-43CB-9628-0CD7F2FD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7912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Just be smart.</a:t>
            </a:r>
          </a:p>
        </p:txBody>
      </p:sp>
      <p:sp>
        <p:nvSpPr>
          <p:cNvPr id="28" name="pathways-5-panel-27">
            <a:extLst xmlns:a="http://schemas.openxmlformats.org/drawingml/2006/main">
              <a:ext uri="{FF2B5EF4-FFF2-40B4-BE49-F238E27FC236}">
                <a16:creationId xmlns:a16="http://schemas.microsoft.com/office/drawing/2014/main" id="{53A15B84-66C9-4B1C-B713-8E8722EA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721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5-panel-28">
            <a:extLst xmlns:a="http://schemas.openxmlformats.org/drawingml/2006/main">
              <a:ext uri="{FF2B5EF4-FFF2-40B4-BE49-F238E27FC236}">
                <a16:creationId xmlns:a16="http://schemas.microsoft.com/office/drawing/2014/main" id="{F3587672-3B83-4F3A-8B27-9916894D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572250"/>
            <a:ext cx="20002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30" name="pathways-5-text-29">
            <a:extLst xmlns:a="http://schemas.openxmlformats.org/drawingml/2006/main">
              <a:ext uri="{FF2B5EF4-FFF2-40B4-BE49-F238E27FC236}">
                <a16:creationId xmlns:a16="http://schemas.microsoft.com/office/drawing/2014/main" id="{84025B58-BFED-46E8-AA42-51C625A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6960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It is good.</a:t>
            </a:r>
          </a:p>
        </p:txBody>
      </p:sp>
      <p:sp>
        <p:nvSpPr>
          <p:cNvPr id="31" name="pathways-5-panel-30">
            <a:extLst xmlns:a="http://schemas.openxmlformats.org/drawingml/2006/main">
              <a:ext uri="{FF2B5EF4-FFF2-40B4-BE49-F238E27FC236}">
                <a16:creationId xmlns:a16="http://schemas.microsoft.com/office/drawing/2014/main" id="{7E374067-F2FE-450E-AF6C-BD4611CE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8770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5-panel-31">
            <a:extLst xmlns:a="http://schemas.openxmlformats.org/drawingml/2006/main">
              <a:ext uri="{FF2B5EF4-FFF2-40B4-BE49-F238E27FC236}">
                <a16:creationId xmlns:a16="http://schemas.microsoft.com/office/drawing/2014/main" id="{91AF929C-933D-4BEA-9761-D9B12A0E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334250"/>
            <a:ext cx="45529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ways-5-text-32">
            <a:extLst xmlns:a="http://schemas.openxmlformats.org/drawingml/2006/main">
              <a:ext uri="{FF2B5EF4-FFF2-40B4-BE49-F238E27FC236}">
                <a16:creationId xmlns:a16="http://schemas.microsoft.com/office/drawing/2014/main" id="{24A35E51-E242-4E2D-9A82-9548182E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3914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rPr>
              <a:t>TOO VAGUE · SENT BACK</a:t>
            </a:r>
          </a:p>
        </p:txBody>
      </p:sp>
      <p:sp>
        <p:nvSpPr>
          <p:cNvPr id="34" name="pathways-5-text-33">
            <a:extLst xmlns:a="http://schemas.openxmlformats.org/drawingml/2006/main">
              <a:ext uri="{FF2B5EF4-FFF2-40B4-BE49-F238E27FC236}">
                <a16:creationId xmlns:a16="http://schemas.microsoft.com/office/drawing/2014/main" id="{EDAB9B35-1B4C-4AD3-BD88-56C05BC7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0010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5" name="pathways-5-panel-34">
            <a:extLst xmlns:a="http://schemas.openxmlformats.org/drawingml/2006/main">
              <a:ext uri="{FF2B5EF4-FFF2-40B4-BE49-F238E27FC236}">
                <a16:creationId xmlns:a16="http://schemas.microsoft.com/office/drawing/2014/main" id="{0EB45FAD-E107-4EAF-8445-F51F278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86800"/>
            <a:ext cx="8991600" cy="22383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28575">
            <a:solidFill>
              <a:srgbClr val="302963"/>
            </a:solidFill>
            <a:prstDash val="solid"/>
          </a:ln>
        </p:spPr>
      </p:sp>
      <p:sp>
        <p:nvSpPr>
          <p:cNvPr id="36" name="pathways-5-text-35">
            <a:extLst xmlns:a="http://schemas.openxmlformats.org/drawingml/2006/main">
              <a:ext uri="{FF2B5EF4-FFF2-40B4-BE49-F238E27FC236}">
                <a16:creationId xmlns:a16="http://schemas.microsoft.com/office/drawing/2014/main" id="{54EDC548-4336-4890-A06A-5CBCE1F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048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→ When I ___, I will ___.</a:t>
            </a:r>
          </a:p>
        </p:txBody>
      </p:sp>
      <p:sp>
        <p:nvSpPr>
          <p:cNvPr id="37" name="pathways-5-text-36">
            <a:extLst xmlns:a="http://schemas.openxmlformats.org/drawingml/2006/main">
              <a:ext uri="{FF2B5EF4-FFF2-40B4-BE49-F238E27FC236}">
                <a16:creationId xmlns:a16="http://schemas.microsoft.com/office/drawing/2014/main" id="{A2CA7C5D-12F3-42EF-92B5-DC38BD23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“무엇을 보면, 어떻게 할지” 콕 집어 쓰게 해요.</a:t>
            </a:r>
          </a:p>
        </p:txBody>
      </p:sp>
      <p:sp>
        <p:nvSpPr>
          <p:cNvPr id="38" name="pathways-5-text-37">
            <a:extLst xmlns:a="http://schemas.openxmlformats.org/drawingml/2006/main">
              <a:ext uri="{FF2B5EF4-FFF2-40B4-BE49-F238E27FC236}">
                <a16:creationId xmlns:a16="http://schemas.microsoft.com/office/drawing/2014/main" id="{12BC4DC2-6C3D-4925-AA88-BC3C0BCF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2393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그래서 글이 짧아도 구체적이에요.</a:t>
            </a:r>
          </a:p>
        </p:txBody>
      </p:sp>
      <p:sp>
        <p:nvSpPr>
          <p:cNvPr id="39" name="pathways-5-panel-38">
            <a:extLst xmlns:a="http://schemas.openxmlformats.org/drawingml/2006/main">
              <a:ext uri="{FF2B5EF4-FFF2-40B4-BE49-F238E27FC236}">
                <a16:creationId xmlns:a16="http://schemas.microsoft.com/office/drawing/2014/main" id="{EDB232FB-86C0-473F-8116-995747B5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ways-5-panel-39">
            <a:extLst xmlns:a="http://schemas.openxmlformats.org/drawingml/2006/main">
              <a:ext uri="{FF2B5EF4-FFF2-40B4-BE49-F238E27FC236}">
                <a16:creationId xmlns:a16="http://schemas.microsoft.com/office/drawing/2014/main" id="{652EDFC4-48D8-4F47-A961-BFBE717E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ways-5-text-40">
            <a:extLst xmlns:a="http://schemas.openxmlformats.org/drawingml/2006/main">
              <a:ext uri="{FF2B5EF4-FFF2-40B4-BE49-F238E27FC236}">
                <a16:creationId xmlns:a16="http://schemas.microsoft.com/office/drawing/2014/main" id="{CBC5BD23-6690-4252-995A-430B83CB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139753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thways-6-panel-0">
            <a:extLst xmlns:a="http://schemas.openxmlformats.org/drawingml/2006/main">
              <a:ext uri="{FF2B5EF4-FFF2-40B4-BE49-F238E27FC236}">
                <a16:creationId xmlns:a16="http://schemas.microsoft.com/office/drawing/2014/main" id="{2E88B0B6-F4A8-4C9F-B2E4-3FCED147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6-text-1">
            <a:extLst xmlns:a="http://schemas.openxmlformats.org/drawingml/2006/main">
              <a:ext uri="{FF2B5EF4-FFF2-40B4-BE49-F238E27FC236}">
                <a16:creationId xmlns:a16="http://schemas.microsoft.com/office/drawing/2014/main" id="{15923BD4-5025-4ED0-ABE9-93E2037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6-text-2">
            <a:extLst xmlns:a="http://schemas.openxmlformats.org/drawingml/2006/main">
              <a:ext uri="{FF2B5EF4-FFF2-40B4-BE49-F238E27FC236}">
                <a16:creationId xmlns:a16="http://schemas.microsoft.com/office/drawing/2014/main" id="{29595262-3867-4BA4-B0B3-D982858A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6-text-3">
            <a:extLst xmlns:a="http://schemas.openxmlformats.org/drawingml/2006/main">
              <a:ext uri="{FF2B5EF4-FFF2-40B4-BE49-F238E27FC236}">
                <a16:creationId xmlns:a16="http://schemas.microsoft.com/office/drawing/2014/main" id="{7B7E4EDF-50CC-4968-B50D-370EE9C1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6-panel-4">
            <a:extLst xmlns:a="http://schemas.openxmlformats.org/drawingml/2006/main">
              <a:ext uri="{FF2B5EF4-FFF2-40B4-BE49-F238E27FC236}">
                <a16:creationId xmlns:a16="http://schemas.microsoft.com/office/drawing/2014/main" id="{380975E2-DC12-4E53-9A46-54560B6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6-panel-5">
            <a:extLst xmlns:a="http://schemas.openxmlformats.org/drawingml/2006/main">
              <a:ext uri="{FF2B5EF4-FFF2-40B4-BE49-F238E27FC236}">
                <a16:creationId xmlns:a16="http://schemas.microsoft.com/office/drawing/2014/main" id="{D3F7FAB2-3C55-4F03-AE7C-5797E7D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6-panel-6">
            <a:extLst xmlns:a="http://schemas.openxmlformats.org/drawingml/2006/main">
              <a:ext uri="{FF2B5EF4-FFF2-40B4-BE49-F238E27FC236}">
                <a16:creationId xmlns:a16="http://schemas.microsoft.com/office/drawing/2014/main" id="{E5A5A511-4695-4859-9514-101964E8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6-panel-7">
            <a:extLst xmlns:a="http://schemas.openxmlformats.org/drawingml/2006/main">
              <a:ext uri="{FF2B5EF4-FFF2-40B4-BE49-F238E27FC236}">
                <a16:creationId xmlns:a16="http://schemas.microsoft.com/office/drawing/2014/main" id="{8645ACF0-5656-4E7F-A197-D08AECE0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6-panel-8">
            <a:extLst xmlns:a="http://schemas.openxmlformats.org/drawingml/2006/main">
              <a:ext uri="{FF2B5EF4-FFF2-40B4-BE49-F238E27FC236}">
                <a16:creationId xmlns:a16="http://schemas.microsoft.com/office/drawing/2014/main" id="{CDB6EBC6-3968-4315-B9C1-51E2B39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6-panel-9">
            <a:extLst xmlns:a="http://schemas.openxmlformats.org/drawingml/2006/main">
              <a:ext uri="{FF2B5EF4-FFF2-40B4-BE49-F238E27FC236}">
                <a16:creationId xmlns:a16="http://schemas.microsoft.com/office/drawing/2014/main" id="{31B57EDB-72BB-47ED-99D5-7A8D476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6-panel-10">
            <a:extLst xmlns:a="http://schemas.openxmlformats.org/drawingml/2006/main">
              <a:ext uri="{FF2B5EF4-FFF2-40B4-BE49-F238E27FC236}">
                <a16:creationId xmlns:a16="http://schemas.microsoft.com/office/drawing/2014/main" id="{F720307D-8B57-423E-881C-A353AD06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6-panel-11">
            <a:extLst xmlns:a="http://schemas.openxmlformats.org/drawingml/2006/main">
              <a:ext uri="{FF2B5EF4-FFF2-40B4-BE49-F238E27FC236}">
                <a16:creationId xmlns:a16="http://schemas.microsoft.com/office/drawing/2014/main" id="{A6DECEA1-9869-4F6A-9222-89DA7A1C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6-panel-12">
            <a:extLst xmlns:a="http://schemas.openxmlformats.org/drawingml/2006/main">
              <a:ext uri="{FF2B5EF4-FFF2-40B4-BE49-F238E27FC236}">
                <a16:creationId xmlns:a16="http://schemas.microsoft.com/office/drawing/2014/main" id="{C097D87B-7B95-45E0-B247-90739E07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6-panel-13">
            <a:extLst xmlns:a="http://schemas.openxmlformats.org/drawingml/2006/main">
              <a:ext uri="{FF2B5EF4-FFF2-40B4-BE49-F238E27FC236}">
                <a16:creationId xmlns:a16="http://schemas.microsoft.com/office/drawing/2014/main" id="{F0639530-980A-4BFE-9557-717F0D7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6-text-14">
            <a:extLst xmlns:a="http://schemas.openxmlformats.org/drawingml/2006/main">
              <a:ext uri="{FF2B5EF4-FFF2-40B4-BE49-F238E27FC236}">
                <a16:creationId xmlns:a16="http://schemas.microsoft.com/office/drawing/2014/main" id="{51FAF333-B557-48AE-82E3-B712A1F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906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5</a:t>
            </a:r>
          </a:p>
        </p:txBody>
      </p:sp>
      <p:sp>
        <p:nvSpPr>
          <p:cNvPr id="16" name="pathways-6-text-15">
            <a:extLst xmlns:a="http://schemas.openxmlformats.org/drawingml/2006/main">
              <a:ext uri="{FF2B5EF4-FFF2-40B4-BE49-F238E27FC236}">
                <a16:creationId xmlns:a16="http://schemas.microsoft.com/office/drawing/2014/main" id="{F8A8453D-1B4A-468A-AD7D-B15EAA41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수업 예시 에세이 ① · 반려동물</a:t>
            </a:r>
          </a:p>
        </p:txBody>
      </p:sp>
      <p:sp>
        <p:nvSpPr>
          <p:cNvPr id="17" name="pathways-6-text-16">
            <a:extLst xmlns:a="http://schemas.openxmlformats.org/drawingml/2006/main">
              <a:ext uri="{FF2B5EF4-FFF2-40B4-BE49-F238E27FC236}">
                <a16:creationId xmlns:a16="http://schemas.microsoft.com/office/drawing/2014/main" id="{55757803-E90B-43B7-A99E-B9A610E9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지금 → 문제 → 해결,</a:t>
            </a:r>
          </a:p>
        </p:txBody>
      </p:sp>
      <p:sp>
        <p:nvSpPr>
          <p:cNvPr id="18" name="pathways-6-text-17">
            <a:extLst xmlns:a="http://schemas.openxmlformats.org/drawingml/2006/main">
              <a:ext uri="{FF2B5EF4-FFF2-40B4-BE49-F238E27FC236}">
                <a16:creationId xmlns:a16="http://schemas.microsoft.com/office/drawing/2014/main" id="{532F96BE-078E-4A5D-A929-0671A2B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논리로 생각해요</a:t>
            </a:r>
          </a:p>
        </p:txBody>
      </p:sp>
      <p:sp>
        <p:nvSpPr>
          <p:cNvPr id="19" name="pathways-6-panel-18">
            <a:extLst xmlns:a="http://schemas.openxmlformats.org/drawingml/2006/main">
              <a:ext uri="{FF2B5EF4-FFF2-40B4-BE49-F238E27FC236}">
                <a16:creationId xmlns:a16="http://schemas.microsoft.com/office/drawing/2014/main" id="{B2B7FF42-4194-45A9-9A63-F2E4F5ED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8991600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2D05D-A2BC-4D4A-9FF3-0F5C5688A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76fa2f3444523"/>
          <a:srcRect xmlns:a="http://schemas.openxmlformats.org/drawingml/2006/main" l="0" t="18870" r="0" b="188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4410075"/>
            <a:ext cx="8934450" cy="5562600"/>
          </a:xfrm>
          <a:prstGeom xmlns:a="http://schemas.openxmlformats.org/drawingml/2006/main" prst="rect">
            <a:avLst/>
          </a:prstGeom>
        </p:spPr>
      </p:pic>
      <p:sp>
        <p:nvSpPr>
          <p:cNvPr id="21" name="pathways-6-text-20">
            <a:extLst xmlns:a="http://schemas.openxmlformats.org/drawingml/2006/main">
              <a:ext uri="{FF2B5EF4-FFF2-40B4-BE49-F238E27FC236}">
                <a16:creationId xmlns:a16="http://schemas.microsoft.com/office/drawing/2014/main" id="{628EE70F-0827-4B30-B34B-FEFE7614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9875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6-text-21">
            <a:extLst xmlns:a="http://schemas.openxmlformats.org/drawingml/2006/main">
              <a:ext uri="{FF2B5EF4-FFF2-40B4-BE49-F238E27FC236}">
                <a16:creationId xmlns:a16="http://schemas.microsoft.com/office/drawing/2014/main" id="{5A4EE674-4CC3-4B81-BDC7-0C63DB3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1913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학생 글 사진</a:t>
            </a:r>
          </a:p>
        </p:txBody>
      </p:sp>
      <p:sp>
        <p:nvSpPr>
          <p:cNvPr id="23" name="pathways-6-panel-22">
            <a:extLst xmlns:a="http://schemas.openxmlformats.org/drawingml/2006/main">
              <a:ext uri="{FF2B5EF4-FFF2-40B4-BE49-F238E27FC236}">
                <a16:creationId xmlns:a16="http://schemas.microsoft.com/office/drawing/2014/main" id="{75A35C1A-A82A-4DE4-9158-8DCF5206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ways-6-panel-23">
            <a:extLst xmlns:a="http://schemas.openxmlformats.org/drawingml/2006/main">
              <a:ext uri="{FF2B5EF4-FFF2-40B4-BE49-F238E27FC236}">
                <a16:creationId xmlns:a16="http://schemas.microsoft.com/office/drawing/2014/main" id="{0E1E4009-D671-4838-8D28-906C7D00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5156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ways-6-text-24">
            <a:extLst xmlns:a="http://schemas.openxmlformats.org/drawingml/2006/main">
              <a:ext uri="{FF2B5EF4-FFF2-40B4-BE49-F238E27FC236}">
                <a16:creationId xmlns:a16="http://schemas.microsoft.com/office/drawing/2014/main" id="{16335E89-C7DC-471F-B0F0-EDFA2968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0458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반려동물을 '감정이 있는 존재'로 보는 관점을 스스로 꺼내요</a:t>
            </a:r>
          </a:p>
        </p:txBody>
      </p:sp>
      <p:sp>
        <p:nvSpPr>
          <p:cNvPr id="26" name="pathways-6-panel-25">
            <a:extLst xmlns:a="http://schemas.openxmlformats.org/drawingml/2006/main">
              <a:ext uri="{FF2B5EF4-FFF2-40B4-BE49-F238E27FC236}">
                <a16:creationId xmlns:a16="http://schemas.microsoft.com/office/drawing/2014/main" id="{26698215-7BAC-4A59-A54C-B1B1DE5A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8235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ways-6-panel-26">
            <a:extLst xmlns:a="http://schemas.openxmlformats.org/drawingml/2006/main">
              <a:ext uri="{FF2B5EF4-FFF2-40B4-BE49-F238E27FC236}">
                <a16:creationId xmlns:a16="http://schemas.microsoft.com/office/drawing/2014/main" id="{D455EBC1-3228-4CA9-810B-F1226068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109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6-text-27">
            <a:extLst xmlns:a="http://schemas.openxmlformats.org/drawingml/2006/main">
              <a:ext uri="{FF2B5EF4-FFF2-40B4-BE49-F238E27FC236}">
                <a16:creationId xmlns:a16="http://schemas.microsoft.com/office/drawing/2014/main" id="{F2A026C4-58F5-49E4-A0E5-78F1B8C4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13538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감정을 무시하면 유대가 약해진다는 결과까지 내다봐요</a:t>
            </a:r>
          </a:p>
        </p:txBody>
      </p:sp>
      <p:sp>
        <p:nvSpPr>
          <p:cNvPr id="29" name="pathways-6-panel-28">
            <a:extLst xmlns:a="http://schemas.openxmlformats.org/drawingml/2006/main">
              <a:ext uri="{FF2B5EF4-FFF2-40B4-BE49-F238E27FC236}">
                <a16:creationId xmlns:a16="http://schemas.microsoft.com/office/drawing/2014/main" id="{1F25E5B2-3C6E-4FE6-96BE-C89E428B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ways-6-panel-29">
            <a:extLst xmlns:a="http://schemas.openxmlformats.org/drawingml/2006/main">
              <a:ext uri="{FF2B5EF4-FFF2-40B4-BE49-F238E27FC236}">
                <a16:creationId xmlns:a16="http://schemas.microsoft.com/office/drawing/2014/main" id="{428CDDA1-DA85-49D5-8FC0-3AC45646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ways-6-text-30">
            <a:extLst xmlns:a="http://schemas.openxmlformats.org/drawingml/2006/main">
              <a:ext uri="{FF2B5EF4-FFF2-40B4-BE49-F238E27FC236}">
                <a16:creationId xmlns:a16="http://schemas.microsoft.com/office/drawing/2014/main" id="{FF8708C5-6E3A-43EF-87DA-295AEC4C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797187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thways-7-panel-0">
            <a:extLst xmlns:a="http://schemas.openxmlformats.org/drawingml/2006/main">
              <a:ext uri="{FF2B5EF4-FFF2-40B4-BE49-F238E27FC236}">
                <a16:creationId xmlns:a16="http://schemas.microsoft.com/office/drawing/2014/main" id="{A6AB9BAC-004C-4812-B89B-AA26CAE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7-text-1">
            <a:extLst xmlns:a="http://schemas.openxmlformats.org/drawingml/2006/main">
              <a:ext uri="{FF2B5EF4-FFF2-40B4-BE49-F238E27FC236}">
                <a16:creationId xmlns:a16="http://schemas.microsoft.com/office/drawing/2014/main" id="{E7D93101-56D9-4A59-8557-1C30B5DA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7-text-2">
            <a:extLst xmlns:a="http://schemas.openxmlformats.org/drawingml/2006/main">
              <a:ext uri="{FF2B5EF4-FFF2-40B4-BE49-F238E27FC236}">
                <a16:creationId xmlns:a16="http://schemas.microsoft.com/office/drawing/2014/main" id="{B364476B-DF8D-4FA9-9302-09D6A22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7-text-3">
            <a:extLst xmlns:a="http://schemas.openxmlformats.org/drawingml/2006/main">
              <a:ext uri="{FF2B5EF4-FFF2-40B4-BE49-F238E27FC236}">
                <a16:creationId xmlns:a16="http://schemas.microsoft.com/office/drawing/2014/main" id="{BC1913BA-2F7B-41B4-90FB-97548807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7-panel-4">
            <a:extLst xmlns:a="http://schemas.openxmlformats.org/drawingml/2006/main">
              <a:ext uri="{FF2B5EF4-FFF2-40B4-BE49-F238E27FC236}">
                <a16:creationId xmlns:a16="http://schemas.microsoft.com/office/drawing/2014/main" id="{C5F44932-65B3-4D7C-80CD-A322C521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7-panel-5">
            <a:extLst xmlns:a="http://schemas.openxmlformats.org/drawingml/2006/main">
              <a:ext uri="{FF2B5EF4-FFF2-40B4-BE49-F238E27FC236}">
                <a16:creationId xmlns:a16="http://schemas.microsoft.com/office/drawing/2014/main" id="{BD450E3A-D25D-49B9-BC61-94FF994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7-panel-6">
            <a:extLst xmlns:a="http://schemas.openxmlformats.org/drawingml/2006/main">
              <a:ext uri="{FF2B5EF4-FFF2-40B4-BE49-F238E27FC236}">
                <a16:creationId xmlns:a16="http://schemas.microsoft.com/office/drawing/2014/main" id="{0B296A5A-D5BD-4CDB-9105-5A5FE18B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7-panel-7">
            <a:extLst xmlns:a="http://schemas.openxmlformats.org/drawingml/2006/main">
              <a:ext uri="{FF2B5EF4-FFF2-40B4-BE49-F238E27FC236}">
                <a16:creationId xmlns:a16="http://schemas.microsoft.com/office/drawing/2014/main" id="{1AF6CFCB-6B09-458E-A05B-C5C16855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7-panel-8">
            <a:extLst xmlns:a="http://schemas.openxmlformats.org/drawingml/2006/main">
              <a:ext uri="{FF2B5EF4-FFF2-40B4-BE49-F238E27FC236}">
                <a16:creationId xmlns:a16="http://schemas.microsoft.com/office/drawing/2014/main" id="{794CF04F-7427-4852-B05D-0E6628F2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7-panel-9">
            <a:extLst xmlns:a="http://schemas.openxmlformats.org/drawingml/2006/main">
              <a:ext uri="{FF2B5EF4-FFF2-40B4-BE49-F238E27FC236}">
                <a16:creationId xmlns:a16="http://schemas.microsoft.com/office/drawing/2014/main" id="{AD9E9513-CCFC-4269-A978-71060DAF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7-panel-10">
            <a:extLst xmlns:a="http://schemas.openxmlformats.org/drawingml/2006/main">
              <a:ext uri="{FF2B5EF4-FFF2-40B4-BE49-F238E27FC236}">
                <a16:creationId xmlns:a16="http://schemas.microsoft.com/office/drawing/2014/main" id="{78342557-DE60-49EA-AB44-917512F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7-panel-11">
            <a:extLst xmlns:a="http://schemas.openxmlformats.org/drawingml/2006/main">
              <a:ext uri="{FF2B5EF4-FFF2-40B4-BE49-F238E27FC236}">
                <a16:creationId xmlns:a16="http://schemas.microsoft.com/office/drawing/2014/main" id="{932BB14B-2299-44D2-8F30-74818930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7-panel-12">
            <a:extLst xmlns:a="http://schemas.openxmlformats.org/drawingml/2006/main">
              <a:ext uri="{FF2B5EF4-FFF2-40B4-BE49-F238E27FC236}">
                <a16:creationId xmlns:a16="http://schemas.microsoft.com/office/drawing/2014/main" id="{3E7D2B22-B01F-4E9E-9CB9-81CAB56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7-panel-13">
            <a:extLst xmlns:a="http://schemas.openxmlformats.org/drawingml/2006/main">
              <a:ext uri="{FF2B5EF4-FFF2-40B4-BE49-F238E27FC236}">
                <a16:creationId xmlns:a16="http://schemas.microsoft.com/office/drawing/2014/main" id="{C391B26B-DF20-4EA7-BD92-3A21FA16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954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7-text-14">
            <a:extLst xmlns:a="http://schemas.openxmlformats.org/drawingml/2006/main">
              <a:ext uri="{FF2B5EF4-FFF2-40B4-BE49-F238E27FC236}">
                <a16:creationId xmlns:a16="http://schemas.microsoft.com/office/drawing/2014/main" id="{749F56FA-2FFF-455B-AEC2-5D6A346F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52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6</a:t>
            </a:r>
          </a:p>
        </p:txBody>
      </p:sp>
      <p:sp>
        <p:nvSpPr>
          <p:cNvPr id="16" name="pathways-7-text-15">
            <a:extLst xmlns:a="http://schemas.openxmlformats.org/drawingml/2006/main">
              <a:ext uri="{FF2B5EF4-FFF2-40B4-BE49-F238E27FC236}">
                <a16:creationId xmlns:a16="http://schemas.microsoft.com/office/drawing/2014/main" id="{A6357FB3-7143-4182-A95B-622C3D6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수업 예시 에세이 ② · 나의 행복 레시피</a:t>
            </a:r>
          </a:p>
        </p:txBody>
      </p:sp>
      <p:sp>
        <p:nvSpPr>
          <p:cNvPr id="17" name="pathways-7-text-16">
            <a:extLst xmlns:a="http://schemas.openxmlformats.org/drawingml/2006/main">
              <a:ext uri="{FF2B5EF4-FFF2-40B4-BE49-F238E27FC236}">
                <a16:creationId xmlns:a16="http://schemas.microsoft.com/office/drawing/2014/main" id="{196B8373-CB65-43A0-844D-F9488072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비유하고, 말 걸고,</a:t>
            </a:r>
          </a:p>
        </p:txBody>
      </p:sp>
      <p:sp>
        <p:nvSpPr>
          <p:cNvPr id="18" name="pathways-7-text-17">
            <a:extLst xmlns:a="http://schemas.openxmlformats.org/drawingml/2006/main">
              <a:ext uri="{FF2B5EF4-FFF2-40B4-BE49-F238E27FC236}">
                <a16:creationId xmlns:a16="http://schemas.microsoft.com/office/drawing/2014/main" id="{A1370518-D8AA-496B-B1E2-1FE95ADF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읽는 사람을 생각해요</a:t>
            </a:r>
          </a:p>
        </p:txBody>
      </p:sp>
      <p:sp>
        <p:nvSpPr>
          <p:cNvPr id="19" name="pathways-7-panel-18">
            <a:extLst xmlns:a="http://schemas.openxmlformats.org/drawingml/2006/main">
              <a:ext uri="{FF2B5EF4-FFF2-40B4-BE49-F238E27FC236}">
                <a16:creationId xmlns:a16="http://schemas.microsoft.com/office/drawing/2014/main" id="{8021EA46-9611-4EF8-8D7E-046CA3B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8991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4BC55-13CE-450C-8543-1B3E7420D3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bd550b01546d8"/>
          <a:srcRect xmlns:a="http://schemas.openxmlformats.org/drawingml/2006/main" l="0" t="42324" r="0" b="42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4333875"/>
            <a:ext cx="8934450" cy="1371600"/>
          </a:xfrm>
          <a:prstGeom xmlns:a="http://schemas.openxmlformats.org/drawingml/2006/main" prst="rect">
            <a:avLst/>
          </a:prstGeom>
        </p:spPr>
      </p:pic>
      <p:sp>
        <p:nvSpPr>
          <p:cNvPr id="21" name="pathways-7-text-20">
            <a:extLst xmlns:a="http://schemas.openxmlformats.org/drawingml/2006/main">
              <a:ext uri="{FF2B5EF4-FFF2-40B4-BE49-F238E27FC236}">
                <a16:creationId xmlns:a16="http://schemas.microsoft.com/office/drawing/2014/main" id="{37DFBFB9-C371-4307-8C72-6C7DB5E7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7-text-21">
            <a:extLst xmlns:a="http://schemas.openxmlformats.org/drawingml/2006/main">
              <a:ext uri="{FF2B5EF4-FFF2-40B4-BE49-F238E27FC236}">
                <a16:creationId xmlns:a16="http://schemas.microsoft.com/office/drawing/2014/main" id="{3B017AD9-5BD6-444C-8E56-B89F7509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학생 글 도입부 사진</a:t>
            </a:r>
          </a:p>
        </p:txBody>
      </p:sp>
      <p:sp>
        <p:nvSpPr>
          <p:cNvPr id="23" name="pathways-7-panel-22">
            <a:extLst xmlns:a="http://schemas.openxmlformats.org/drawingml/2006/main">
              <a:ext uri="{FF2B5EF4-FFF2-40B4-BE49-F238E27FC236}">
                <a16:creationId xmlns:a16="http://schemas.microsoft.com/office/drawing/2014/main" id="{FE52FB3B-8800-4649-A403-F042C2C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89916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66C60-78A6-461E-9E01-247F4AE03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37a427013497d"/>
          <a:srcRect xmlns:a="http://schemas.openxmlformats.org/drawingml/2006/main" l="0" t="29264" r="0" b="29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5953125"/>
            <a:ext cx="8934450" cy="3705225"/>
          </a:xfrm>
          <a:prstGeom xmlns:a="http://schemas.openxmlformats.org/drawingml/2006/main" prst="rect">
            <a:avLst/>
          </a:prstGeom>
        </p:spPr>
      </p:pic>
      <p:sp>
        <p:nvSpPr>
          <p:cNvPr id="25" name="pathways-7-text-24">
            <a:extLst xmlns:a="http://schemas.openxmlformats.org/drawingml/2006/main">
              <a:ext uri="{FF2B5EF4-FFF2-40B4-BE49-F238E27FC236}">
                <a16:creationId xmlns:a16="http://schemas.microsoft.com/office/drawing/2014/main" id="{847AD2B0-8202-4346-8C31-509671C0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4238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6" name="pathways-7-text-25">
            <a:extLst xmlns:a="http://schemas.openxmlformats.org/drawingml/2006/main">
              <a:ext uri="{FF2B5EF4-FFF2-40B4-BE49-F238E27FC236}">
                <a16:creationId xmlns:a16="http://schemas.microsoft.com/office/drawing/2014/main" id="{778C1549-4E8E-496B-B65C-0E269B80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05738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학생 글 본문 사진</a:t>
            </a:r>
          </a:p>
        </p:txBody>
      </p:sp>
      <p:sp>
        <p:nvSpPr>
          <p:cNvPr id="27" name="pathways-7-panel-26">
            <a:extLst xmlns:a="http://schemas.openxmlformats.org/drawingml/2006/main">
              <a:ext uri="{FF2B5EF4-FFF2-40B4-BE49-F238E27FC236}">
                <a16:creationId xmlns:a16="http://schemas.microsoft.com/office/drawing/2014/main" id="{CBACF434-3115-4F3D-B52B-10376F4C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2505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7-panel-27">
            <a:extLst xmlns:a="http://schemas.openxmlformats.org/drawingml/2006/main">
              <a:ext uri="{FF2B5EF4-FFF2-40B4-BE49-F238E27FC236}">
                <a16:creationId xmlns:a16="http://schemas.microsoft.com/office/drawing/2014/main" id="{B881E7E8-A4D6-4EED-A1BA-F2FAAD62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153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0D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7-text-28">
            <a:extLst xmlns:a="http://schemas.openxmlformats.org/drawingml/2006/main">
              <a:ext uri="{FF2B5EF4-FFF2-40B4-BE49-F238E27FC236}">
                <a16:creationId xmlns:a16="http://schemas.microsoft.com/office/drawing/2014/main" id="{122C3185-3484-4E3F-8B22-E3F252F2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00965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질문으로 여는 hook — “What is your happiness recipe?”</a:t>
            </a:r>
          </a:p>
        </p:txBody>
      </p:sp>
      <p:sp>
        <p:nvSpPr>
          <p:cNvPr id="30" name="pathways-7-panel-29">
            <a:extLst xmlns:a="http://schemas.openxmlformats.org/drawingml/2006/main">
              <a:ext uri="{FF2B5EF4-FFF2-40B4-BE49-F238E27FC236}">
                <a16:creationId xmlns:a16="http://schemas.microsoft.com/office/drawing/2014/main" id="{45C8BE10-26BA-4E57-878D-E549F91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2040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ways-7-panel-30">
            <a:extLst xmlns:a="http://schemas.openxmlformats.org/drawingml/2006/main">
              <a:ext uri="{FF2B5EF4-FFF2-40B4-BE49-F238E27FC236}">
                <a16:creationId xmlns:a16="http://schemas.microsoft.com/office/drawing/2014/main" id="{84A76408-CF70-416F-BF6A-424B206A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A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7-text-31">
            <a:extLst xmlns:a="http://schemas.openxmlformats.org/drawingml/2006/main">
              <a:ext uri="{FF2B5EF4-FFF2-40B4-BE49-F238E27FC236}">
                <a16:creationId xmlns:a16="http://schemas.microsoft.com/office/drawing/2014/main" id="{49844BF9-CEBA-44F1-B89A-232ED0A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099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여행을 아이스크림에 비유하고, 독자에게 말을 걸어요</a:t>
            </a:r>
          </a:p>
        </p:txBody>
      </p:sp>
      <p:sp>
        <p:nvSpPr>
          <p:cNvPr id="33" name="pathways-7-panel-32">
            <a:extLst xmlns:a="http://schemas.openxmlformats.org/drawingml/2006/main">
              <a:ext uri="{FF2B5EF4-FFF2-40B4-BE49-F238E27FC236}">
                <a16:creationId xmlns:a16="http://schemas.microsoft.com/office/drawing/2014/main" id="{88268074-DBB8-4901-BCDB-21BAD212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ways-7-panel-33">
            <a:extLst xmlns:a="http://schemas.openxmlformats.org/drawingml/2006/main">
              <a:ext uri="{FF2B5EF4-FFF2-40B4-BE49-F238E27FC236}">
                <a16:creationId xmlns:a16="http://schemas.microsoft.com/office/drawing/2014/main" id="{85113C5D-D52C-4DDA-9701-33C33077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ways-7-text-34">
            <a:extLst xmlns:a="http://schemas.openxmlformats.org/drawingml/2006/main">
              <a:ext uri="{FF2B5EF4-FFF2-40B4-BE49-F238E27FC236}">
                <a16:creationId xmlns:a16="http://schemas.microsoft.com/office/drawing/2014/main" id="{5B776EFD-53F2-44CB-A074-3FC41951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1904608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thways-8-panel-0">
            <a:extLst xmlns:a="http://schemas.openxmlformats.org/drawingml/2006/main">
              <a:ext uri="{FF2B5EF4-FFF2-40B4-BE49-F238E27FC236}">
                <a16:creationId xmlns:a16="http://schemas.microsoft.com/office/drawing/2014/main" id="{40E2B313-4E6E-4538-85F3-F93AB388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8-text-1">
            <a:extLst xmlns:a="http://schemas.openxmlformats.org/drawingml/2006/main">
              <a:ext uri="{FF2B5EF4-FFF2-40B4-BE49-F238E27FC236}">
                <a16:creationId xmlns:a16="http://schemas.microsoft.com/office/drawing/2014/main" id="{E6BDA77D-037F-4E48-91C3-E05A1B14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8-text-2">
            <a:extLst xmlns:a="http://schemas.openxmlformats.org/drawingml/2006/main">
              <a:ext uri="{FF2B5EF4-FFF2-40B4-BE49-F238E27FC236}">
                <a16:creationId xmlns:a16="http://schemas.microsoft.com/office/drawing/2014/main" id="{CA8816F3-5453-424E-98E6-A2F24299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8-text-3">
            <a:extLst xmlns:a="http://schemas.openxmlformats.org/drawingml/2006/main">
              <a:ext uri="{FF2B5EF4-FFF2-40B4-BE49-F238E27FC236}">
                <a16:creationId xmlns:a16="http://schemas.microsoft.com/office/drawing/2014/main" id="{8F730564-22E7-43F2-AD7B-5D6CC075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8-panel-4">
            <a:extLst xmlns:a="http://schemas.openxmlformats.org/drawingml/2006/main">
              <a:ext uri="{FF2B5EF4-FFF2-40B4-BE49-F238E27FC236}">
                <a16:creationId xmlns:a16="http://schemas.microsoft.com/office/drawing/2014/main" id="{A49DD14D-64DD-41B4-A55C-EAD4637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8-panel-5">
            <a:extLst xmlns:a="http://schemas.openxmlformats.org/drawingml/2006/main">
              <a:ext uri="{FF2B5EF4-FFF2-40B4-BE49-F238E27FC236}">
                <a16:creationId xmlns:a16="http://schemas.microsoft.com/office/drawing/2014/main" id="{F8C54519-28DE-43D6-8EAD-F7902BB5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8-panel-6">
            <a:extLst xmlns:a="http://schemas.openxmlformats.org/drawingml/2006/main">
              <a:ext uri="{FF2B5EF4-FFF2-40B4-BE49-F238E27FC236}">
                <a16:creationId xmlns:a16="http://schemas.microsoft.com/office/drawing/2014/main" id="{71A75086-1039-4935-BB26-6C32C25D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8-panel-7">
            <a:extLst xmlns:a="http://schemas.openxmlformats.org/drawingml/2006/main">
              <a:ext uri="{FF2B5EF4-FFF2-40B4-BE49-F238E27FC236}">
                <a16:creationId xmlns:a16="http://schemas.microsoft.com/office/drawing/2014/main" id="{EF220781-2E93-4C7E-A355-47E5606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8-panel-8">
            <a:extLst xmlns:a="http://schemas.openxmlformats.org/drawingml/2006/main">
              <a:ext uri="{FF2B5EF4-FFF2-40B4-BE49-F238E27FC236}">
                <a16:creationId xmlns:a16="http://schemas.microsoft.com/office/drawing/2014/main" id="{FD53D744-17CE-4CAA-A858-85189B2A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8-panel-9">
            <a:extLst xmlns:a="http://schemas.openxmlformats.org/drawingml/2006/main">
              <a:ext uri="{FF2B5EF4-FFF2-40B4-BE49-F238E27FC236}">
                <a16:creationId xmlns:a16="http://schemas.microsoft.com/office/drawing/2014/main" id="{8730CE6F-E79B-4562-A5B5-47058C56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8-panel-10">
            <a:extLst xmlns:a="http://schemas.openxmlformats.org/drawingml/2006/main">
              <a:ext uri="{FF2B5EF4-FFF2-40B4-BE49-F238E27FC236}">
                <a16:creationId xmlns:a16="http://schemas.microsoft.com/office/drawing/2014/main" id="{DD1A36C1-6544-408D-98B7-C10420A9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8-panel-11">
            <a:extLst xmlns:a="http://schemas.openxmlformats.org/drawingml/2006/main">
              <a:ext uri="{FF2B5EF4-FFF2-40B4-BE49-F238E27FC236}">
                <a16:creationId xmlns:a16="http://schemas.microsoft.com/office/drawing/2014/main" id="{02BE609A-3025-4F3F-A323-211C542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8-panel-12">
            <a:extLst xmlns:a="http://schemas.openxmlformats.org/drawingml/2006/main">
              <a:ext uri="{FF2B5EF4-FFF2-40B4-BE49-F238E27FC236}">
                <a16:creationId xmlns:a16="http://schemas.microsoft.com/office/drawing/2014/main" id="{A71CB080-A134-46AF-BA22-7A109800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8-panel-13">
            <a:extLst xmlns:a="http://schemas.openxmlformats.org/drawingml/2006/main">
              <a:ext uri="{FF2B5EF4-FFF2-40B4-BE49-F238E27FC236}">
                <a16:creationId xmlns:a16="http://schemas.microsoft.com/office/drawing/2014/main" id="{5E83C456-8CBA-49B4-B9C4-53F71758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8-text-14">
            <a:extLst xmlns:a="http://schemas.openxmlformats.org/drawingml/2006/main">
              <a:ext uri="{FF2B5EF4-FFF2-40B4-BE49-F238E27FC236}">
                <a16:creationId xmlns:a16="http://schemas.microsoft.com/office/drawing/2014/main" id="{353B5509-106F-47E0-AE71-F2C2F8B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574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7</a:t>
            </a:r>
          </a:p>
        </p:txBody>
      </p:sp>
      <p:sp>
        <p:nvSpPr>
          <p:cNvPr id="16" name="pathways-8-text-15">
            <a:extLst xmlns:a="http://schemas.openxmlformats.org/drawingml/2006/main">
              <a:ext uri="{FF2B5EF4-FFF2-40B4-BE49-F238E27FC236}">
                <a16:creationId xmlns:a16="http://schemas.microsoft.com/office/drawing/2014/main" id="{9AE56DA3-802F-4606-9F7A-5098B3D8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AI가 글을 써 주는 시대인데?</a:t>
            </a:r>
          </a:p>
        </p:txBody>
      </p:sp>
      <p:sp>
        <p:nvSpPr>
          <p:cNvPr id="17" name="pathways-8-text-16">
            <a:extLst xmlns:a="http://schemas.openxmlformats.org/drawingml/2006/main">
              <a:ext uri="{FF2B5EF4-FFF2-40B4-BE49-F238E27FC236}">
                <a16:creationId xmlns:a16="http://schemas.microsoft.com/office/drawing/2014/main" id="{4AB3B7B5-7B4F-4BA8-B0B4-0F5CADB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그래서 더,</a:t>
            </a:r>
          </a:p>
        </p:txBody>
      </p:sp>
      <p:sp>
        <p:nvSpPr>
          <p:cNvPr id="18" name="pathways-8-text-17">
            <a:extLst xmlns:a="http://schemas.openxmlformats.org/drawingml/2006/main">
              <a:ext uri="{FF2B5EF4-FFF2-40B4-BE49-F238E27FC236}">
                <a16:creationId xmlns:a16="http://schemas.microsoft.com/office/drawing/2014/main" id="{F96578FD-5310-4CD9-A602-A9467EF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사고 근육이 필요해요</a:t>
            </a:r>
          </a:p>
        </p:txBody>
      </p:sp>
      <p:sp>
        <p:nvSpPr>
          <p:cNvPr id="19" name="pathways-8-panel-18">
            <a:extLst xmlns:a="http://schemas.openxmlformats.org/drawingml/2006/main">
              <a:ext uri="{FF2B5EF4-FFF2-40B4-BE49-F238E27FC236}">
                <a16:creationId xmlns:a16="http://schemas.microsoft.com/office/drawing/2014/main" id="{3101722C-5CAB-4D4F-9E42-31B8990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2647950" cy="8382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8-text-19">
            <a:extLst xmlns:a="http://schemas.openxmlformats.org/drawingml/2006/main">
              <a:ext uri="{FF2B5EF4-FFF2-40B4-BE49-F238E27FC236}">
                <a16:creationId xmlns:a16="http://schemas.microsoft.com/office/drawing/2014/main" id="{B64FA191-804C-42BB-80CB-FDD754DA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막막해요</a:t>
            </a:r>
          </a:p>
        </p:txBody>
      </p:sp>
      <p:sp>
        <p:nvSpPr>
          <p:cNvPr id="21" name="pathways-8-text-20">
            <a:extLst xmlns:a="http://schemas.openxmlformats.org/drawingml/2006/main">
              <a:ext uri="{FF2B5EF4-FFF2-40B4-BE49-F238E27FC236}">
                <a16:creationId xmlns:a16="http://schemas.microsoft.com/office/drawing/2014/main" id="{2562E0AC-0AAF-488F-88E5-EB642A3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197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pathways-8-panel-21">
            <a:extLst xmlns:a="http://schemas.openxmlformats.org/drawingml/2006/main">
              <a:ext uri="{FF2B5EF4-FFF2-40B4-BE49-F238E27FC236}">
                <a16:creationId xmlns:a16="http://schemas.microsoft.com/office/drawing/2014/main" id="{D98C6A3C-7D5F-466E-8F26-5CA37F2B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19675"/>
            <a:ext cx="2647950" cy="8382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ways-8-text-22">
            <a:extLst xmlns:a="http://schemas.openxmlformats.org/drawingml/2006/main">
              <a:ext uri="{FF2B5EF4-FFF2-40B4-BE49-F238E27FC236}">
                <a16:creationId xmlns:a16="http://schemas.microsoft.com/office/drawing/2014/main" id="{46D8CFE1-32E8-48F3-8D17-55C1C62F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2482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질문으로 깊게</a:t>
            </a:r>
          </a:p>
        </p:txBody>
      </p:sp>
      <p:sp>
        <p:nvSpPr>
          <p:cNvPr id="24" name="pathways-8-text-23">
            <a:extLst xmlns:a="http://schemas.openxmlformats.org/drawingml/2006/main">
              <a:ext uri="{FF2B5EF4-FFF2-40B4-BE49-F238E27FC236}">
                <a16:creationId xmlns:a16="http://schemas.microsoft.com/office/drawing/2014/main" id="{369539CD-64AF-4715-A62C-8ACDACC3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197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pathways-8-panel-24">
            <a:extLst xmlns:a="http://schemas.openxmlformats.org/drawingml/2006/main">
              <a:ext uri="{FF2B5EF4-FFF2-40B4-BE49-F238E27FC236}">
                <a16:creationId xmlns:a16="http://schemas.microsoft.com/office/drawing/2014/main" id="{7405065D-8D90-4287-BAB4-3E0AB692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9675"/>
            <a:ext cx="2647950" cy="8382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8-text-25">
            <a:extLst xmlns:a="http://schemas.openxmlformats.org/drawingml/2006/main">
              <a:ext uri="{FF2B5EF4-FFF2-40B4-BE49-F238E27FC236}">
                <a16:creationId xmlns:a16="http://schemas.microsoft.com/office/drawing/2014/main" id="{0543FB1A-51EB-4A20-A19D-6FE2D068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482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구체적으로</a:t>
            </a:r>
          </a:p>
        </p:txBody>
      </p:sp>
      <p:sp>
        <p:nvSpPr>
          <p:cNvPr id="27" name="pathways-8-panel-26">
            <a:extLst xmlns:a="http://schemas.openxmlformats.org/drawingml/2006/main">
              <a:ext uri="{FF2B5EF4-FFF2-40B4-BE49-F238E27FC236}">
                <a16:creationId xmlns:a16="http://schemas.microsoft.com/office/drawing/2014/main" id="{DF7B4ACA-19B0-418F-8336-A927B9B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8991600" cy="1504950"/>
          </a:xfrm>
          <a:prstGeom xmlns:a="http://schemas.openxmlformats.org/drawingml/2006/main" prst="roundRect">
            <a:avLst>
              <a:gd name="adj" fmla="val 1898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8-text-27">
            <a:extLst xmlns:a="http://schemas.openxmlformats.org/drawingml/2006/main">
              <a:ext uri="{FF2B5EF4-FFF2-40B4-BE49-F238E27FC236}">
                <a16:creationId xmlns:a16="http://schemas.microsoft.com/office/drawing/2014/main" id="{18F4152F-9FAF-42BC-9D37-F972D35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7225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29" name="pathways-8-text-28">
            <a:extLst xmlns:a="http://schemas.openxmlformats.org/drawingml/2006/main">
              <a:ext uri="{FF2B5EF4-FFF2-40B4-BE49-F238E27FC236}">
                <a16:creationId xmlns:a16="http://schemas.microsoft.com/office/drawing/2014/main" id="{9B9354CB-C9CA-4D20-9BF5-03DAA5F3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1032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AI가 하는 일</a:t>
            </a:r>
          </a:p>
        </p:txBody>
      </p:sp>
      <p:sp>
        <p:nvSpPr>
          <p:cNvPr id="30" name="pathways-8-text-29">
            <a:extLst xmlns:a="http://schemas.openxmlformats.org/drawingml/2006/main">
              <a:ext uri="{FF2B5EF4-FFF2-40B4-BE49-F238E27FC236}">
                <a16:creationId xmlns:a16="http://schemas.microsoft.com/office/drawing/2014/main" id="{CB7E3450-0497-4AB3-8856-CFB832E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0008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문장을 만들고, 정보를 정리해요</a:t>
            </a:r>
          </a:p>
        </p:txBody>
      </p:sp>
      <p:sp>
        <p:nvSpPr>
          <p:cNvPr id="31" name="pathways-8-panel-30">
            <a:extLst xmlns:a="http://schemas.openxmlformats.org/drawingml/2006/main">
              <a:ext uri="{FF2B5EF4-FFF2-40B4-BE49-F238E27FC236}">
                <a16:creationId xmlns:a16="http://schemas.microsoft.com/office/drawing/2014/main" id="{5667210A-E867-4EB4-B5FE-CB3779D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0"/>
            <a:ext cx="8991600" cy="1981200"/>
          </a:xfrm>
          <a:prstGeom xmlns:a="http://schemas.openxmlformats.org/drawingml/2006/main" prst="roundRect">
            <a:avLst>
              <a:gd name="adj" fmla="val 14423"/>
            </a:avLst>
          </a:prstGeom>
          <a:solidFill xmlns:a="http://schemas.openxmlformats.org/drawingml/2006/main">
            <a:srgbClr val="211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8-text-31">
            <a:extLst xmlns:a="http://schemas.openxmlformats.org/drawingml/2006/main">
              <a:ext uri="{FF2B5EF4-FFF2-40B4-BE49-F238E27FC236}">
                <a16:creationId xmlns:a16="http://schemas.microsoft.com/office/drawing/2014/main" id="{74FC6350-A545-4B3A-886E-9DA4CD93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2962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33" name="pathways-8-text-32">
            <a:extLst xmlns:a="http://schemas.openxmlformats.org/drawingml/2006/main">
              <a:ext uri="{FF2B5EF4-FFF2-40B4-BE49-F238E27FC236}">
                <a16:creationId xmlns:a16="http://schemas.microsoft.com/office/drawing/2014/main" id="{D24EA9E2-AC5D-4674-935F-57140E91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12482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사람이 해야 하는 일</a:t>
            </a:r>
          </a:p>
        </p:txBody>
      </p:sp>
      <p:sp>
        <p:nvSpPr>
          <p:cNvPr id="34" name="pathways-8-text-33">
            <a:extLst xmlns:a="http://schemas.openxmlformats.org/drawingml/2006/main">
              <a:ext uri="{FF2B5EF4-FFF2-40B4-BE49-F238E27FC236}">
                <a16:creationId xmlns:a16="http://schemas.microsoft.com/office/drawing/2014/main" id="{FEAE9EC8-9BA6-43B4-9CA4-416808FD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6963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rPr>
              <a:t>무엇을 물을지 · 무엇이 맞는지</a:t>
            </a:r>
          </a:p>
        </p:txBody>
      </p:sp>
      <p:sp>
        <p:nvSpPr>
          <p:cNvPr id="35" name="pathways-8-text-34">
            <a:extLst xmlns:a="http://schemas.openxmlformats.org/drawingml/2006/main">
              <a:ext uri="{FF2B5EF4-FFF2-40B4-BE49-F238E27FC236}">
                <a16:creationId xmlns:a16="http://schemas.microsoft.com/office/drawing/2014/main" id="{567199C0-68DE-4206-8C27-22791EC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1630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rPr>
              <a:t>내 생각을 구체적으로 말하기</a:t>
            </a:r>
          </a:p>
        </p:txBody>
      </p:sp>
      <p:sp>
        <p:nvSpPr>
          <p:cNvPr id="36" name="pathways-8-text-35">
            <a:extLst xmlns:a="http://schemas.openxmlformats.org/drawingml/2006/main">
              <a:ext uri="{FF2B5EF4-FFF2-40B4-BE49-F238E27FC236}">
                <a16:creationId xmlns:a16="http://schemas.microsoft.com/office/drawing/2014/main" id="{E5BF4745-E376-4E44-8460-AD2AF47A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AI에게 잘 시키는 것도 결국</a:t>
            </a:r>
          </a:p>
        </p:txBody>
      </p:sp>
      <p:sp>
        <p:nvSpPr>
          <p:cNvPr id="37" name="pathways-8-text-36">
            <a:extLst xmlns:a="http://schemas.openxmlformats.org/drawingml/2006/main">
              <a:ext uri="{FF2B5EF4-FFF2-40B4-BE49-F238E27FC236}">
                <a16:creationId xmlns:a16="http://schemas.microsoft.com/office/drawing/2014/main" id="{EF4C21DC-7E48-474B-8AB9-0A43CAD4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775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구체적으로 생각하고 말하는 힘이에요.</a:t>
            </a:r>
          </a:p>
        </p:txBody>
      </p:sp>
      <p:sp>
        <p:nvSpPr>
          <p:cNvPr id="38" name="pathways-8-panel-37">
            <a:extLst xmlns:a="http://schemas.openxmlformats.org/drawingml/2006/main">
              <a:ext uri="{FF2B5EF4-FFF2-40B4-BE49-F238E27FC236}">
                <a16:creationId xmlns:a16="http://schemas.microsoft.com/office/drawing/2014/main" id="{0647BE51-200A-45D4-94C7-F1762FF6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ways-8-panel-38">
            <a:extLst xmlns:a="http://schemas.openxmlformats.org/drawingml/2006/main">
              <a:ext uri="{FF2B5EF4-FFF2-40B4-BE49-F238E27FC236}">
                <a16:creationId xmlns:a16="http://schemas.microsoft.com/office/drawing/2014/main" id="{802C780B-2465-45B8-BDC7-3170EC85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ways-8-text-39">
            <a:extLst xmlns:a="http://schemas.openxmlformats.org/drawingml/2006/main">
              <a:ext uri="{FF2B5EF4-FFF2-40B4-BE49-F238E27FC236}">
                <a16:creationId xmlns:a16="http://schemas.microsoft.com/office/drawing/2014/main" id="{14823826-99AB-4258-A897-5858A44F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677247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thways-9-panel-0">
            <a:extLst xmlns:a="http://schemas.openxmlformats.org/drawingml/2006/main">
              <a:ext uri="{FF2B5EF4-FFF2-40B4-BE49-F238E27FC236}">
                <a16:creationId xmlns:a16="http://schemas.microsoft.com/office/drawing/2014/main" id="{03C6AEB2-63DB-4328-8ABB-9AE94B4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9-text-1">
            <a:extLst xmlns:a="http://schemas.openxmlformats.org/drawingml/2006/main">
              <a:ext uri="{FF2B5EF4-FFF2-40B4-BE49-F238E27FC236}">
                <a16:creationId xmlns:a16="http://schemas.microsoft.com/office/drawing/2014/main" id="{256B44EA-2B73-415C-8818-238D6CB3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9-text-2">
            <a:extLst xmlns:a="http://schemas.openxmlformats.org/drawingml/2006/main">
              <a:ext uri="{FF2B5EF4-FFF2-40B4-BE49-F238E27FC236}">
                <a16:creationId xmlns:a16="http://schemas.microsoft.com/office/drawing/2014/main" id="{7AB70724-81BE-4AA8-AE2F-EC4AFD3C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새봄영어연구소 · BrightIdeas 영어논술</a:t>
            </a:r>
          </a:p>
        </p:txBody>
      </p:sp>
      <p:sp>
        <p:nvSpPr>
          <p:cNvPr id="4" name="pathways-9-text-3">
            <a:extLst xmlns:a="http://schemas.openxmlformats.org/drawingml/2006/main">
              <a:ext uri="{FF2B5EF4-FFF2-40B4-BE49-F238E27FC236}">
                <a16:creationId xmlns:a16="http://schemas.microsoft.com/office/drawing/2014/main" id="{41387059-EE2A-48A8-98E9-51DD031E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9-panel-4">
            <a:extLst xmlns:a="http://schemas.openxmlformats.org/drawingml/2006/main">
              <a:ext uri="{FF2B5EF4-FFF2-40B4-BE49-F238E27FC236}">
                <a16:creationId xmlns:a16="http://schemas.microsoft.com/office/drawing/2014/main" id="{BDACAADF-6A2D-4158-9D8C-1B29FE90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9-text-5">
            <a:extLst xmlns:a="http://schemas.openxmlformats.org/drawingml/2006/main">
              <a:ext uri="{FF2B5EF4-FFF2-40B4-BE49-F238E27FC236}">
                <a16:creationId xmlns:a16="http://schemas.microsoft.com/office/drawing/2014/main" id="{3E21AF1D-61B9-4D0B-A374-089D96A8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11월 수강신청 · Bright Ideas 1</a:t>
            </a:r>
          </a:p>
        </p:txBody>
      </p:sp>
      <p:sp>
        <p:nvSpPr>
          <p:cNvPr id="7" name="pathways-9-text-6">
            <a:extLst xmlns:a="http://schemas.openxmlformats.org/drawingml/2006/main">
              <a:ext uri="{FF2B5EF4-FFF2-40B4-BE49-F238E27FC236}">
                <a16:creationId xmlns:a16="http://schemas.microsoft.com/office/drawing/2014/main" id="{3A4131BB-7D61-456B-BF80-DEAD2CA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생각하는 영어,</a:t>
            </a:r>
          </a:p>
        </p:txBody>
      </p:sp>
      <p:sp>
        <p:nvSpPr>
          <p:cNvPr id="8" name="pathways-9-text-7">
            <a:extLst xmlns:a="http://schemas.openxmlformats.org/drawingml/2006/main">
              <a:ext uri="{FF2B5EF4-FFF2-40B4-BE49-F238E27FC236}">
                <a16:creationId xmlns:a16="http://schemas.microsoft.com/office/drawing/2014/main" id="{DB34AACF-1FFA-4774-94B9-E10D748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지금 신청 중이에요</a:t>
            </a:r>
          </a:p>
        </p:txBody>
      </p:sp>
      <p:sp>
        <p:nvSpPr>
          <p:cNvPr id="9" name="pathways-9-panel-8">
            <a:extLst xmlns:a="http://schemas.openxmlformats.org/drawingml/2006/main">
              <a:ext uri="{FF2B5EF4-FFF2-40B4-BE49-F238E27FC236}">
                <a16:creationId xmlns:a16="http://schemas.microsoft.com/office/drawing/2014/main" id="{A23ED490-7017-4039-8D62-61ABBB3B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8991600" cy="16002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9-panel-9">
            <a:extLst xmlns:a="http://schemas.openxmlformats.org/drawingml/2006/main">
              <a:ext uri="{FF2B5EF4-FFF2-40B4-BE49-F238E27FC236}">
                <a16:creationId xmlns:a16="http://schemas.microsoft.com/office/drawing/2014/main" id="{D5E6C03A-74E0-4D8F-AFD1-FB385E6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971550" cy="12858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0DF74-A984-408E-B14C-946EC872E4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5217c906c445d"/>
          <a:srcRect xmlns:a="http://schemas.openxmlformats.org/drawingml/2006/main" l="12791" t="0" r="127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867275"/>
            <a:ext cx="914400" cy="1228725"/>
          </a:xfrm>
          <a:prstGeom xmlns:a="http://schemas.openxmlformats.org/drawingml/2006/main" prst="rect">
            <a:avLst/>
          </a:prstGeom>
        </p:spPr>
      </p:pic>
      <p:sp>
        <p:nvSpPr>
          <p:cNvPr id="12" name="pathways-9-text-11">
            <a:extLst xmlns:a="http://schemas.openxmlformats.org/drawingml/2006/main">
              <a:ext uri="{FF2B5EF4-FFF2-40B4-BE49-F238E27FC236}">
                <a16:creationId xmlns:a16="http://schemas.microsoft.com/office/drawing/2014/main" id="{80C3D01B-6BA2-4CF2-9E4F-E80C81DC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0138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13" name="pathways-9-text-12">
            <a:extLst xmlns:a="http://schemas.openxmlformats.org/drawingml/2006/main">
              <a:ext uri="{FF2B5EF4-FFF2-40B4-BE49-F238E27FC236}">
                <a16:creationId xmlns:a16="http://schemas.microsoft.com/office/drawing/2014/main" id="{E96EC3F9-542B-4CDB-8849-E0B4C556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1638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표지</a:t>
            </a:r>
          </a:p>
        </p:txBody>
      </p:sp>
      <p:sp>
        <p:nvSpPr>
          <p:cNvPr id="14" name="pathways-9-text-13">
            <a:extLst xmlns:a="http://schemas.openxmlformats.org/drawingml/2006/main">
              <a:ext uri="{FF2B5EF4-FFF2-40B4-BE49-F238E27FC236}">
                <a16:creationId xmlns:a16="http://schemas.microsoft.com/office/drawing/2014/main" id="{4996D477-86D8-41EE-AEC0-5D172761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863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Bright Ideas 1 화요반</a:t>
            </a:r>
          </a:p>
        </p:txBody>
      </p:sp>
      <p:sp>
        <p:nvSpPr>
          <p:cNvPr id="15" name="pathways-9-text-14">
            <a:extLst xmlns:a="http://schemas.openxmlformats.org/drawingml/2006/main">
              <a:ext uri="{FF2B5EF4-FFF2-40B4-BE49-F238E27FC236}">
                <a16:creationId xmlns:a16="http://schemas.microsoft.com/office/drawing/2014/main" id="{CE7AF162-5D46-4A46-AF28-87E06D75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197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화 오후 7:30 ~ 8:20</a:t>
            </a:r>
          </a:p>
        </p:txBody>
      </p:sp>
      <p:sp>
        <p:nvSpPr>
          <p:cNvPr id="16" name="pathways-9-panel-15">
            <a:extLst xmlns:a="http://schemas.openxmlformats.org/drawingml/2006/main">
              <a:ext uri="{FF2B5EF4-FFF2-40B4-BE49-F238E27FC236}">
                <a16:creationId xmlns:a16="http://schemas.microsoft.com/office/drawing/2014/main" id="{C678AED1-3E42-412A-AD50-B64B9CD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1371600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ways-9-text-16">
            <a:extLst xmlns:a="http://schemas.openxmlformats.org/drawingml/2006/main">
              <a:ext uri="{FF2B5EF4-FFF2-40B4-BE49-F238E27FC236}">
                <a16:creationId xmlns:a16="http://schemas.microsoft.com/office/drawing/2014/main" id="{A4488A2A-0611-4A3F-B59E-3EB7CDD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48275"/>
            <a:ext cx="1143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중</a:t>
            </a:r>
          </a:p>
        </p:txBody>
      </p:sp>
      <p:sp>
        <p:nvSpPr>
          <p:cNvPr id="18" name="pathways-9-panel-17">
            <a:extLst xmlns:a="http://schemas.openxmlformats.org/drawingml/2006/main">
              <a:ext uri="{FF2B5EF4-FFF2-40B4-BE49-F238E27FC236}">
                <a16:creationId xmlns:a16="http://schemas.microsoft.com/office/drawing/2014/main" id="{4DEF8D1F-4F58-456C-8CC4-3A44EB8D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0"/>
            <a:ext cx="8991600" cy="16002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ways-9-panel-18">
            <a:extLst xmlns:a="http://schemas.openxmlformats.org/drawingml/2006/main">
              <a:ext uri="{FF2B5EF4-FFF2-40B4-BE49-F238E27FC236}">
                <a16:creationId xmlns:a16="http://schemas.microsoft.com/office/drawing/2014/main" id="{62F9671F-9785-4244-BC8A-1EA102E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15150"/>
            <a:ext cx="971550" cy="12858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279F0-A8B5-49BE-BA48-8F094C202B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f0a1cc0964c0e"/>
          <a:srcRect xmlns:a="http://schemas.openxmlformats.org/drawingml/2006/main" l="12791" t="0" r="127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6943725"/>
            <a:ext cx="914400" cy="1228725"/>
          </a:xfrm>
          <a:prstGeom xmlns:a="http://schemas.openxmlformats.org/drawingml/2006/main" prst="rect">
            <a:avLst/>
          </a:prstGeom>
        </p:spPr>
      </p:pic>
      <p:sp>
        <p:nvSpPr>
          <p:cNvPr id="21" name="pathways-9-text-20">
            <a:extLst xmlns:a="http://schemas.openxmlformats.org/drawingml/2006/main">
              <a:ext uri="{FF2B5EF4-FFF2-40B4-BE49-F238E27FC236}">
                <a16:creationId xmlns:a16="http://schemas.microsoft.com/office/drawing/2014/main" id="{7D6BBB1E-38C0-4ABB-85E4-E7793540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6588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9-text-21">
            <a:extLst xmlns:a="http://schemas.openxmlformats.org/drawingml/2006/main">
              <a:ext uri="{FF2B5EF4-FFF2-40B4-BE49-F238E27FC236}">
                <a16:creationId xmlns:a16="http://schemas.microsoft.com/office/drawing/2014/main" id="{B7A50E8D-FA90-41FB-8238-262E96B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58088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표지</a:t>
            </a:r>
          </a:p>
        </p:txBody>
      </p:sp>
      <p:sp>
        <p:nvSpPr>
          <p:cNvPr id="23" name="pathways-9-text-22">
            <a:extLst xmlns:a="http://schemas.openxmlformats.org/drawingml/2006/main">
              <a:ext uri="{FF2B5EF4-FFF2-40B4-BE49-F238E27FC236}">
                <a16:creationId xmlns:a16="http://schemas.microsoft.com/office/drawing/2014/main" id="{B454DDB4-DEEC-4D55-BD5E-175B244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162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Bright Ideas 1 목요반</a:t>
            </a:r>
          </a:p>
        </p:txBody>
      </p:sp>
      <p:sp>
        <p:nvSpPr>
          <p:cNvPr id="24" name="pathways-9-text-23">
            <a:extLst xmlns:a="http://schemas.openxmlformats.org/drawingml/2006/main">
              <a:ext uri="{FF2B5EF4-FFF2-40B4-BE49-F238E27FC236}">
                <a16:creationId xmlns:a16="http://schemas.microsoft.com/office/drawing/2014/main" id="{4ED20161-6BA4-4B5C-91EF-E4A9A9E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6962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목 오후 7:30 ~ 8:20</a:t>
            </a:r>
          </a:p>
        </p:txBody>
      </p:sp>
      <p:sp>
        <p:nvSpPr>
          <p:cNvPr id="25" name="pathways-9-panel-24">
            <a:extLst xmlns:a="http://schemas.openxmlformats.org/drawingml/2006/main">
              <a:ext uri="{FF2B5EF4-FFF2-40B4-BE49-F238E27FC236}">
                <a16:creationId xmlns:a16="http://schemas.microsoft.com/office/drawing/2014/main" id="{8C3599EB-478A-4F49-BD66-A1EBC889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67575"/>
            <a:ext cx="1371600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9-text-25">
            <a:extLst xmlns:a="http://schemas.openxmlformats.org/drawingml/2006/main">
              <a:ext uri="{FF2B5EF4-FFF2-40B4-BE49-F238E27FC236}">
                <a16:creationId xmlns:a16="http://schemas.microsoft.com/office/drawing/2014/main" id="{7FB5E2C0-3889-488C-8597-59CC6F9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324725"/>
            <a:ext cx="1143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중</a:t>
            </a:r>
          </a:p>
        </p:txBody>
      </p:sp>
      <p:sp>
        <p:nvSpPr>
          <p:cNvPr id="27" name="pathways-9-panel-26">
            <a:extLst xmlns:a="http://schemas.openxmlformats.org/drawingml/2006/main">
              <a:ext uri="{FF2B5EF4-FFF2-40B4-BE49-F238E27FC236}">
                <a16:creationId xmlns:a16="http://schemas.microsoft.com/office/drawing/2014/main" id="{A4E088B2-1F39-4A08-A516-F3020ECF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05800"/>
            <a:ext cx="8991600" cy="1552575"/>
          </a:xfrm>
          <a:prstGeom xmlns:a="http://schemas.openxmlformats.org/drawingml/2006/main" prst="roundRect">
            <a:avLst>
              <a:gd name="adj" fmla="val 18405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28575">
            <a:solidFill>
              <a:srgbClr val="EEC7C1"/>
            </a:solidFill>
            <a:prstDash val="solid"/>
          </a:ln>
        </p:spPr>
      </p:sp>
      <p:sp>
        <p:nvSpPr>
          <p:cNvPr id="28" name="pathways-9-text-27">
            <a:extLst xmlns:a="http://schemas.openxmlformats.org/drawingml/2006/main">
              <a:ext uri="{FF2B5EF4-FFF2-40B4-BE49-F238E27FC236}">
                <a16:creationId xmlns:a16="http://schemas.microsoft.com/office/drawing/2014/main" id="{91FA36C5-11A5-4E37-8C65-028247CD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6296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수강신청 마감 [마감일 입력]</a:t>
            </a:r>
          </a:p>
        </p:txBody>
      </p:sp>
      <p:sp>
        <p:nvSpPr>
          <p:cNvPr id="29" name="pathways-9-text-28">
            <a:extLst xmlns:a="http://schemas.openxmlformats.org/drawingml/2006/main">
              <a:ext uri="{FF2B5EF4-FFF2-40B4-BE49-F238E27FC236}">
                <a16:creationId xmlns:a16="http://schemas.microsoft.com/office/drawing/2014/main" id="{F5472CE7-7DBA-4855-89D0-A5A03CD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91725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정원이 차면 기간 전에도 마감돼요</a:t>
            </a:r>
          </a:p>
        </p:txBody>
      </p:sp>
      <p:sp>
        <p:nvSpPr>
          <p:cNvPr id="30" name="pathways-9-panel-29">
            <a:extLst xmlns:a="http://schemas.openxmlformats.org/drawingml/2006/main">
              <a:ext uri="{FF2B5EF4-FFF2-40B4-BE49-F238E27FC236}">
                <a16:creationId xmlns:a16="http://schemas.microsoft.com/office/drawing/2014/main" id="{8DBD85F7-E084-441E-8661-E6611AA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096500"/>
            <a:ext cx="54483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ways-9-text-30">
            <a:extLst xmlns:a="http://schemas.openxmlformats.org/drawingml/2006/main">
              <a:ext uri="{FF2B5EF4-FFF2-40B4-BE49-F238E27FC236}">
                <a16:creationId xmlns:a16="http://schemas.microsoft.com/office/drawing/2014/main" id="{2378B1AB-31F4-4837-B348-8A9EF07A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0153650"/>
            <a:ext cx="5219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example.com/classes · 프로필 링크</a:t>
            </a:r>
          </a:p>
        </p:txBody>
      </p:sp>
      <p:sp>
        <p:nvSpPr>
          <p:cNvPr id="32" name="pathways-9-panel-31">
            <a:extLst xmlns:a="http://schemas.openxmlformats.org/drawingml/2006/main">
              <a:ext uri="{FF2B5EF4-FFF2-40B4-BE49-F238E27FC236}">
                <a16:creationId xmlns:a16="http://schemas.microsoft.com/office/drawing/2014/main" id="{D3541B6C-1D47-4496-9B62-3D05399D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ways-9-panel-32">
            <a:extLst xmlns:a="http://schemas.openxmlformats.org/drawingml/2006/main">
              <a:ext uri="{FF2B5EF4-FFF2-40B4-BE49-F238E27FC236}">
                <a16:creationId xmlns:a16="http://schemas.microsoft.com/office/drawing/2014/main" id="{4AE4D6B3-1269-4764-8755-860F4E2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ways-9-text-33">
            <a:extLst xmlns:a="http://schemas.openxmlformats.org/drawingml/2006/main">
              <a:ext uri="{FF2B5EF4-FFF2-40B4-BE49-F238E27FC236}">
                <a16:creationId xmlns:a16="http://schemas.microsoft.com/office/drawing/2014/main" id="{C761BA84-5731-4116-B8AB-3B9EE1E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새봄영어연구소 · 예시 기관 · @saebom_english_sample</a:t>
            </a:r>
          </a:p>
        </p:txBody>
      </p:sp>
    </p:spTree>
    <p:extLst>
      <p:ext uri="{BB962C8B-B14F-4D97-AF65-F5344CB8AC3E}">
        <p14:creationId xmlns:p14="http://schemas.microsoft.com/office/powerpoint/2010/main" val="1312135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2026-10-21T06:47:09.4640000Z</dcterms:created>
  <dcterms:modified xsi:type="dcterms:W3CDTF">2026-10-21T06:47:09.4640000Z</dcterms:modified>
</coreProperties>
</file>