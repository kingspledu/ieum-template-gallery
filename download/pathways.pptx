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e21bce9e89d4d59" /><Relationship Type="http://schemas.openxmlformats.org/officeDocument/2006/relationships/extended-properties" Target="/docProps/app.xml" Id="Re6459a63feeb408a" /><Relationship Type="http://schemas.openxmlformats.org/officeDocument/2006/relationships/officeDocument" Target="/ppt/presentation.xml" Id="R73ae467f71d5454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eb572a558504545"/>
  </p:sldMasterIdLst>
  <p:notesMasterIdLst>
    <p:notesMasterId xmlns:r="http://schemas.openxmlformats.org/officeDocument/2006/relationships" r:id="R1b51ae6e15164dbd"/>
  </p:notesMasterIdLst>
  <p:sldIdLst>
    <p:sldId xmlns:r="http://schemas.openxmlformats.org/officeDocument/2006/relationships" id="256" r:id="R14d093497d6f4c3d"/>
    <p:sldId xmlns:r="http://schemas.openxmlformats.org/officeDocument/2006/relationships" id="257" r:id="R3ae9e64ce24a4dca"/>
    <p:sldId xmlns:r="http://schemas.openxmlformats.org/officeDocument/2006/relationships" id="258" r:id="R2e69f7f47b3f438a"/>
    <p:sldId xmlns:r="http://schemas.openxmlformats.org/officeDocument/2006/relationships" id="259" r:id="R91a83a38efeb4069"/>
    <p:sldId xmlns:r="http://schemas.openxmlformats.org/officeDocument/2006/relationships" id="260" r:id="R74f6babd45114dd9"/>
    <p:sldId xmlns:r="http://schemas.openxmlformats.org/officeDocument/2006/relationships" id="261" r:id="R397efe2151de45db"/>
    <p:sldId xmlns:r="http://schemas.openxmlformats.org/officeDocument/2006/relationships" id="262" r:id="Rd3479e0f2e824493"/>
    <p:sldId xmlns:r="http://schemas.openxmlformats.org/officeDocument/2006/relationships" id="263" r:id="R502aef6829944f7b"/>
    <p:sldId xmlns:r="http://schemas.openxmlformats.org/officeDocument/2006/relationships" id="264" r:id="Rf43e9e4f1f094bc0"/>
  </p:sldIdLst>
  <p:sldSz cx="10287000" cy="1285875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727f9d7de2847c3" /><Relationship Type="http://schemas.openxmlformats.org/officeDocument/2006/relationships/slideMaster" Target="/ppt/slideMasters/slideMaster1.xml" Id="R7eb572a558504545" /><Relationship Type="http://schemas.openxmlformats.org/officeDocument/2006/relationships/notesMaster" Target="/ppt/notesMasters/notesMaster1.xml" Id="R1b51ae6e15164dbd" /><Relationship Type="http://schemas.openxmlformats.org/officeDocument/2006/relationships/presProps" Target="/ppt/presProps.xml" Id="Rfd90e571c4a04f90" /><Relationship Type="http://schemas.openxmlformats.org/officeDocument/2006/relationships/tableStyles" Target="/ppt/tableStyles.xml" Id="R165bf0cd86e44ce7" /><Relationship Type="http://schemas.openxmlformats.org/officeDocument/2006/relationships/slide" Target="/ppt/slides/slide1.xml" Id="R14d093497d6f4c3d" /><Relationship Type="http://schemas.openxmlformats.org/officeDocument/2006/relationships/slide" Target="/ppt/slides/slide2.xml" Id="R3ae9e64ce24a4dca" /><Relationship Type="http://schemas.openxmlformats.org/officeDocument/2006/relationships/slide" Target="/ppt/slides/slide3.xml" Id="R2e69f7f47b3f438a" /><Relationship Type="http://schemas.openxmlformats.org/officeDocument/2006/relationships/slide" Target="/ppt/slides/slide4.xml" Id="R91a83a38efeb4069" /><Relationship Type="http://schemas.openxmlformats.org/officeDocument/2006/relationships/slide" Target="/ppt/slides/slide5.xml" Id="R74f6babd45114dd9" /><Relationship Type="http://schemas.openxmlformats.org/officeDocument/2006/relationships/slide" Target="/ppt/slides/slide6.xml" Id="R397efe2151de45db" /><Relationship Type="http://schemas.openxmlformats.org/officeDocument/2006/relationships/slide" Target="/ppt/slides/slide7.xml" Id="Rd3479e0f2e824493" /><Relationship Type="http://schemas.openxmlformats.org/officeDocument/2006/relationships/slide" Target="/ppt/slides/slide8.xml" Id="R502aef6829944f7b" /><Relationship Type="http://schemas.openxmlformats.org/officeDocument/2006/relationships/slide" Target="/ppt/slides/slide9.xml" Id="Rf43e9e4f1f094b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308225285ce452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d41f6cbbc824d3c" /><Relationship Type="http://schemas.openxmlformats.org/officeDocument/2006/relationships/notesMaster" Target="/ppt/notesMasters/notesMaster1.xml" Id="Rd1d2b5b3c15646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6bb6512b55540dd" /><Relationship Type="http://schemas.openxmlformats.org/officeDocument/2006/relationships/notesMaster" Target="/ppt/notesMasters/notesMaster1.xml" Id="Rf9808c82e7d94c3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75b0d4100d14156" /><Relationship Type="http://schemas.openxmlformats.org/officeDocument/2006/relationships/notesMaster" Target="/ppt/notesMasters/notesMaster1.xml" Id="Re97d5426bcc745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4b8f517177f483d" /><Relationship Type="http://schemas.openxmlformats.org/officeDocument/2006/relationships/notesMaster" Target="/ppt/notesMasters/notesMaster1.xml" Id="R73e3bb5a2ca9443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a51286bbef94350" /><Relationship Type="http://schemas.openxmlformats.org/officeDocument/2006/relationships/notesMaster" Target="/ppt/notesMasters/notesMaster1.xml" Id="R69c0fcec94bb4fb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3a240b829ba41d5" /><Relationship Type="http://schemas.openxmlformats.org/officeDocument/2006/relationships/notesMaster" Target="/ppt/notesMasters/notesMaster1.xml" Id="Raaa3e6fffb42478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0b2f7357a0e49aa" /><Relationship Type="http://schemas.openxmlformats.org/officeDocument/2006/relationships/notesMaster" Target="/ppt/notesMasters/notesMaster1.xml" Id="Rf2262a48734f4c1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c4de6ace89408a" /><Relationship Type="http://schemas.openxmlformats.org/officeDocument/2006/relationships/notesMaster" Target="/ppt/notesMasters/notesMaster1.xml" Id="R31925d4ae6b24da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399a149f30340b8" /><Relationship Type="http://schemas.openxmlformats.org/officeDocument/2006/relationships/notesMaster" Target="/ppt/notesMasters/notesMaster1.xml" Id="R3c134e43bb894a5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354050750340e2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2c66503d2249f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b65f2e8bcc4a1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ac41debc6e437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153881b0b14a2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bea5e406eb4d3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AFA4FAF-43DD-4B1C-947F-6DCC6E12AFA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4857750"/>
            <a:ext cx="8229600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0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142B3D2-6238-4701-8645-A523CFE6FD0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43050" y="7072313"/>
            <a:ext cx="72009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2E395F36-B94B-4476-81A9-0190A33C41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028700" y="5357813"/>
            <a:ext cx="8229600" cy="2143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54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9C9783AE-9B34-42FB-BE46-CEC31A3117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CBAD9173-343A-4B47-BC1B-7D399AAAFED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9129713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09A62E2-3339-420F-851E-0E0A3AE8D8E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3BFBD03-0B7D-4002-8490-600EF81507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7418615-C904-42A6-BFC4-FBABCE8976F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5464969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772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13D6457-16DD-488E-A746-BFB77956E64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78644" y="1000125"/>
            <a:ext cx="9129713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784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E00DDFF-1B9F-4FC3-ADF1-E401C50FA7E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78644" y="3571875"/>
            <a:ext cx="4243388" cy="800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928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00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7072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9644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2215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47875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173593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1993106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250281" indent="-192881" algn="l">
              <a:lnSpc>
                <a:spcPct val="110000"/>
              </a:lnSpc>
              <a:spcBef>
                <a:spcPts val="0"/>
              </a:spcBef>
              <a:spcAft>
                <a:spcPts val="1013"/>
              </a:spcAft>
              <a:buChar char="•"/>
              <a:defRPr sz="189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1b8e445dfb94f20" /><Relationship Type="http://schemas.openxmlformats.org/officeDocument/2006/relationships/slideLayout" Target="/ppt/slideLayouts/slideLayout1.xml" Id="R7352e89b2d2d4c1b" /><Relationship Type="http://schemas.openxmlformats.org/officeDocument/2006/relationships/slideLayout" Target="/ppt/slideLayouts/slideLayout2.xml" Id="R43020139bf8b468f" /><Relationship Type="http://schemas.openxmlformats.org/officeDocument/2006/relationships/slideLayout" Target="/ppt/slideLayouts/slideLayout3.xml" Id="R9d6bae579e554b5d" /><Relationship Type="http://schemas.openxmlformats.org/officeDocument/2006/relationships/slideLayout" Target="/ppt/slideLayouts/slideLayout4.xml" Id="R5003bafc1e2f4776" /><Relationship Type="http://schemas.openxmlformats.org/officeDocument/2006/relationships/slideLayout" Target="/ppt/slideLayouts/slideLayout5.xml" Id="Raffe3019c9864cb8" /><Relationship Type="http://schemas.openxmlformats.org/officeDocument/2006/relationships/slideLayout" Target="/ppt/slideLayouts/slideLayout6.xml" Id="R803a056d50ad4a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352e89b2d2d4c1b"/>
    <p:sldLayoutId xmlns:r="http://schemas.openxmlformats.org/officeDocument/2006/relationships" id="2147483650" r:id="R43020139bf8b468f"/>
    <p:sldLayoutId xmlns:r="http://schemas.openxmlformats.org/officeDocument/2006/relationships" id="2147483651" r:id="R9d6bae579e554b5d"/>
    <p:sldLayoutId xmlns:r="http://schemas.openxmlformats.org/officeDocument/2006/relationships" id="2147483652" r:id="R5003bafc1e2f4776"/>
    <p:sldLayoutId xmlns:r="http://schemas.openxmlformats.org/officeDocument/2006/relationships" id="2147483653" r:id="Raffe3019c9864cb8"/>
    <p:sldLayoutId xmlns:r="http://schemas.openxmlformats.org/officeDocument/2006/relationships" id="2147483654" r:id="R803a056d50ad4a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4d343593554d7f" /><Relationship Type="http://schemas.openxmlformats.org/officeDocument/2006/relationships/image" Target="/ppt/media/image.png" Id="Rfc076c227a40485d" /><Relationship Type="http://schemas.openxmlformats.org/officeDocument/2006/relationships/image" Target="/ppt/media/image2.png" Id="Raf02ea9e60dc444a" /><Relationship Type="http://schemas.openxmlformats.org/officeDocument/2006/relationships/image" Target="/ppt/media/image3.png" Id="R4ce53e6c7f244d33" /><Relationship Type="http://schemas.openxmlformats.org/officeDocument/2006/relationships/notesSlide" Target="/ppt/notesSlides/notesSlide1.xml" Id="R1dad4727496a488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f4ae847cff42c0" /><Relationship Type="http://schemas.openxmlformats.org/officeDocument/2006/relationships/notesSlide" Target="/ppt/notesSlides/notesSlide2.xml" Id="Reafb1e0efb864c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558efbaa54880" /><Relationship Type="http://schemas.openxmlformats.org/officeDocument/2006/relationships/notesSlide" Target="/ppt/notesSlides/notesSlide3.xml" Id="R8e72398836864c6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0bb715f78284c9d" /><Relationship Type="http://schemas.openxmlformats.org/officeDocument/2006/relationships/image" Target="/ppt/media/image4.png" Id="Rb57f7cd39de54918" /><Relationship Type="http://schemas.openxmlformats.org/officeDocument/2006/relationships/image" Target="/ppt/media/image5.png" Id="Rd5babef58155413e" /><Relationship Type="http://schemas.openxmlformats.org/officeDocument/2006/relationships/image" Target="/ppt/media/image6.png" Id="Re72186e6d2864539" /><Relationship Type="http://schemas.openxmlformats.org/officeDocument/2006/relationships/image" Target="/ppt/media/image7.png" Id="R0578dc2608e24508" /><Relationship Type="http://schemas.openxmlformats.org/officeDocument/2006/relationships/image" Target="/ppt/media/image8.png" Id="R8ab6ce7c71504284" /><Relationship Type="http://schemas.openxmlformats.org/officeDocument/2006/relationships/notesSlide" Target="/ppt/notesSlides/notesSlide4.xml" Id="R7db3f834e2b347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8f899a2bba405a" /><Relationship Type="http://schemas.openxmlformats.org/officeDocument/2006/relationships/notesSlide" Target="/ppt/notesSlides/notesSlide5.xml" Id="R316bf0e5c99b45f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1a7622207914e55" /><Relationship Type="http://schemas.openxmlformats.org/officeDocument/2006/relationships/image" Target="/ppt/media/image9.png" Id="Rbc5f2b50ebb84e1b" /><Relationship Type="http://schemas.openxmlformats.org/officeDocument/2006/relationships/notesSlide" Target="/ppt/notesSlides/notesSlide6.xml" Id="Rc3ec8564e0ad4f1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69e25e7ce9349b7" /><Relationship Type="http://schemas.openxmlformats.org/officeDocument/2006/relationships/image" Target="/ppt/media/image10.png" Id="R10286f6435c64a9b" /><Relationship Type="http://schemas.openxmlformats.org/officeDocument/2006/relationships/image" Target="/ppt/media/image11.png" Id="Re6b4890ecbaa4b00" /><Relationship Type="http://schemas.openxmlformats.org/officeDocument/2006/relationships/notesSlide" Target="/ppt/notesSlides/notesSlide7.xml" Id="Rc1328b510f7c412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36c4d5be54411e" /><Relationship Type="http://schemas.openxmlformats.org/officeDocument/2006/relationships/notesSlide" Target="/ppt/notesSlides/notesSlide8.xml" Id="R2b23f302804b4c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2288229b98c428f" /><Relationship Type="http://schemas.openxmlformats.org/officeDocument/2006/relationships/image" Target="/ppt/media/image12.png" Id="R74fe1916d5f64cfd" /><Relationship Type="http://schemas.openxmlformats.org/officeDocument/2006/relationships/image" Target="/ppt/media/image13.png" Id="R3b72347ab09547b3" /><Relationship Type="http://schemas.openxmlformats.org/officeDocument/2006/relationships/notesSlide" Target="/ppt/notesSlides/notesSlide9.xml" Id="R5d2517dda42f451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pathways-1-panel-0">
            <a:extLst xmlns:a="http://schemas.openxmlformats.org/drawingml/2006/main">
              <a:ext uri="{FF2B5EF4-FFF2-40B4-BE49-F238E27FC236}">
                <a16:creationId xmlns:a16="http://schemas.microsoft.com/office/drawing/2014/main" id="{DE8B3028-F483-492D-9669-79CFB4DAD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1-text-1">
            <a:extLst xmlns:a="http://schemas.openxmlformats.org/drawingml/2006/main">
              <a:ext uri="{FF2B5EF4-FFF2-40B4-BE49-F238E27FC236}">
                <a16:creationId xmlns:a16="http://schemas.microsoft.com/office/drawing/2014/main" id="{91C5C10C-60F9-4787-937B-24EA09A1E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1-text-2">
            <a:extLst xmlns:a="http://schemas.openxmlformats.org/drawingml/2006/main">
              <a:ext uri="{FF2B5EF4-FFF2-40B4-BE49-F238E27FC236}">
                <a16:creationId xmlns:a16="http://schemas.microsoft.com/office/drawing/2014/main" id="{5949C099-06B4-4D0F-96CC-911C9CB02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톡톡잉글리쉬 · Pathways 영어논술</a:t>
            </a:r>
          </a:p>
        </p:txBody>
      </p:sp>
      <p:sp>
        <p:nvSpPr>
          <p:cNvPr id="4" name="pathways-1-text-3">
            <a:extLst xmlns:a="http://schemas.openxmlformats.org/drawingml/2006/main">
              <a:ext uri="{FF2B5EF4-FFF2-40B4-BE49-F238E27FC236}">
                <a16:creationId xmlns:a16="http://schemas.microsoft.com/office/drawing/2014/main" id="{3E4F6B76-D9E3-4D5C-927E-7BCB7547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1-panel-4">
            <a:extLst xmlns:a="http://schemas.openxmlformats.org/drawingml/2006/main">
              <a:ext uri="{FF2B5EF4-FFF2-40B4-BE49-F238E27FC236}">
                <a16:creationId xmlns:a16="http://schemas.microsoft.com/office/drawing/2014/main" id="{16B7CA5D-88C6-41FC-AAFE-D23023B46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1-panel-5">
            <a:extLst xmlns:a="http://schemas.openxmlformats.org/drawingml/2006/main">
              <a:ext uri="{FF2B5EF4-FFF2-40B4-BE49-F238E27FC236}">
                <a16:creationId xmlns:a16="http://schemas.microsoft.com/office/drawing/2014/main" id="{663F9C32-1AC9-4CF3-8F94-7D49316C7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76300"/>
            <a:ext cx="10287000" cy="11334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1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1-panel-6">
            <a:extLst xmlns:a="http://schemas.openxmlformats.org/drawingml/2006/main">
              <a:ext uri="{FF2B5EF4-FFF2-40B4-BE49-F238E27FC236}">
                <a16:creationId xmlns:a16="http://schemas.microsoft.com/office/drawing/2014/main" id="{DE4AC817-6B80-4F97-A59F-EDC6BB1DF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000250"/>
            <a:ext cx="3886200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1-text-7">
            <a:extLst xmlns:a="http://schemas.openxmlformats.org/drawingml/2006/main">
              <a:ext uri="{FF2B5EF4-FFF2-40B4-BE49-F238E27FC236}">
                <a16:creationId xmlns:a16="http://schemas.microsoft.com/office/drawing/2014/main" id="{F228D8B7-33C2-4541-AB2A-CCAE281FC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057400"/>
            <a:ext cx="36576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rPr>
              <a:t>11월 · Pathways 1 영어논술</a:t>
            </a:r>
          </a:p>
        </p:txBody>
      </p:sp>
      <p:sp>
        <p:nvSpPr>
          <p:cNvPr id="9" name="pathways-1-text-8">
            <a:extLst xmlns:a="http://schemas.openxmlformats.org/drawingml/2006/main">
              <a:ext uri="{FF2B5EF4-FFF2-40B4-BE49-F238E27FC236}">
                <a16:creationId xmlns:a16="http://schemas.microsoft.com/office/drawing/2014/main" id="{021C344F-98C2-4722-8DA9-0D6469DCA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52750"/>
            <a:ext cx="8763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영어로 쓰긴 쓰는데,</a:t>
            </a:r>
          </a:p>
        </p:txBody>
      </p:sp>
      <p:sp>
        <p:nvSpPr>
          <p:cNvPr id="10" name="pathways-1-text-9">
            <a:extLst xmlns:a="http://schemas.openxmlformats.org/drawingml/2006/main">
              <a:ext uri="{FF2B5EF4-FFF2-40B4-BE49-F238E27FC236}">
                <a16:creationId xmlns:a16="http://schemas.microsoft.com/office/drawing/2014/main" id="{DC11A4B8-62CA-4923-A6AB-926FA420F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90487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pPr>
            <a:r>
              <a:rPr sz="5550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rPr>
              <a:t>생각이 담겨 있나요?</a:t>
            </a:r>
          </a:p>
        </p:txBody>
      </p:sp>
      <p:sp>
        <p:nvSpPr>
          <p:cNvPr id="11" name="pathways-1-panel-10">
            <a:extLst xmlns:a="http://schemas.openxmlformats.org/drawingml/2006/main">
              <a:ext uri="{FF2B5EF4-FFF2-40B4-BE49-F238E27FC236}">
                <a16:creationId xmlns:a16="http://schemas.microsoft.com/office/drawing/2014/main" id="{7718702C-A6C1-430E-8890-186432A0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048375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B2A351-3754-4002-AE73-C2EFA89A52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076c227a40485d"/>
          <a:srcRect xmlns:a="http://schemas.openxmlformats.org/drawingml/2006/main" l="11719" t="0" r="11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" y="6076950"/>
            <a:ext cx="2800350" cy="3657600"/>
          </a:xfrm>
          <a:prstGeom xmlns:a="http://schemas.openxmlformats.org/drawingml/2006/main" prst="rect">
            <a:avLst/>
          </a:prstGeom>
        </p:spPr>
      </p:pic>
      <p:sp>
        <p:nvSpPr>
          <p:cNvPr id="13" name="pathways-1-text-12">
            <a:extLst xmlns:a="http://schemas.openxmlformats.org/drawingml/2006/main">
              <a:ext uri="{FF2B5EF4-FFF2-40B4-BE49-F238E27FC236}">
                <a16:creationId xmlns:a16="http://schemas.microsoft.com/office/drawing/2014/main" id="{EE89C7B3-B8C6-485C-84D0-EF1287658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7334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14" name="pathways-1-text-13">
            <a:extLst xmlns:a="http://schemas.openxmlformats.org/drawingml/2006/main">
              <a:ext uri="{FF2B5EF4-FFF2-40B4-BE49-F238E27FC236}">
                <a16:creationId xmlns:a16="http://schemas.microsoft.com/office/drawing/2014/main" id="{E789FC8E-42E7-433D-86B3-B6B4E1165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905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워크시트 사진</a:t>
            </a:r>
          </a:p>
        </p:txBody>
      </p:sp>
      <p:sp>
        <p:nvSpPr>
          <p:cNvPr id="15" name="pathways-1-panel-14">
            <a:extLst xmlns:a="http://schemas.openxmlformats.org/drawingml/2006/main">
              <a:ext uri="{FF2B5EF4-FFF2-40B4-BE49-F238E27FC236}">
                <a16:creationId xmlns:a16="http://schemas.microsoft.com/office/drawing/2014/main" id="{15A77D8C-66FD-44CC-84DF-FCF19599C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048375"/>
            <a:ext cx="2857500" cy="3714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A32B25-6C42-4325-B4EF-119D3050FF7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02ea9e60dc444a"/>
          <a:srcRect xmlns:a="http://schemas.openxmlformats.org/drawingml/2006/main" l="11719" t="0" r="117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00825" y="6076950"/>
            <a:ext cx="2800350" cy="3657600"/>
          </a:xfrm>
          <a:prstGeom xmlns:a="http://schemas.openxmlformats.org/drawingml/2006/main" prst="rect">
            <a:avLst/>
          </a:prstGeom>
        </p:spPr>
      </p:pic>
      <p:sp>
        <p:nvSpPr>
          <p:cNvPr id="17" name="pathways-1-text-16">
            <a:extLst xmlns:a="http://schemas.openxmlformats.org/drawingml/2006/main">
              <a:ext uri="{FF2B5EF4-FFF2-40B4-BE49-F238E27FC236}">
                <a16:creationId xmlns:a16="http://schemas.microsoft.com/office/drawing/2014/main" id="{F20B71DD-E76F-48AC-B65C-30DDB71D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7334250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18" name="pathways-1-text-17">
            <a:extLst xmlns:a="http://schemas.openxmlformats.org/drawingml/2006/main">
              <a:ext uri="{FF2B5EF4-FFF2-40B4-BE49-F238E27FC236}">
                <a16:creationId xmlns:a16="http://schemas.microsoft.com/office/drawing/2014/main" id="{DAECC51C-4B79-43CB-B1BA-133368D1B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7905750"/>
            <a:ext cx="2571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워크시트 사진</a:t>
            </a:r>
          </a:p>
        </p:txBody>
      </p:sp>
      <p:sp>
        <p:nvSpPr>
          <p:cNvPr id="19" name="pathways-1-panel-18">
            <a:extLst xmlns:a="http://schemas.openxmlformats.org/drawingml/2006/main">
              <a:ext uri="{FF2B5EF4-FFF2-40B4-BE49-F238E27FC236}">
                <a16:creationId xmlns:a16="http://schemas.microsoft.com/office/drawing/2014/main" id="{D8C53EB7-C0C0-480D-842D-7C305F901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5143500"/>
            <a:ext cx="3238500" cy="419100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5A959B-2FDB-4D07-8480-ACD8D350C7B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53e6c7f244d33"/>
          <a:srcRect xmlns:a="http://schemas.openxmlformats.org/drawingml/2006/main" l="11521" t="0" r="1152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648075" y="5172075"/>
            <a:ext cx="3181350" cy="4133850"/>
          </a:xfrm>
          <a:prstGeom xmlns:a="http://schemas.openxmlformats.org/drawingml/2006/main" prst="rect">
            <a:avLst/>
          </a:prstGeom>
        </p:spPr>
      </p:pic>
      <p:sp>
        <p:nvSpPr>
          <p:cNvPr id="21" name="pathways-1-text-20">
            <a:extLst xmlns:a="http://schemas.openxmlformats.org/drawingml/2006/main">
              <a:ext uri="{FF2B5EF4-FFF2-40B4-BE49-F238E27FC236}">
                <a16:creationId xmlns:a16="http://schemas.microsoft.com/office/drawing/2014/main" id="{8A919B6E-D264-41AB-893A-71CE8F748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6667500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22" name="pathways-1-text-21">
            <a:extLst xmlns:a="http://schemas.openxmlformats.org/drawingml/2006/main">
              <a:ext uri="{FF2B5EF4-FFF2-40B4-BE49-F238E27FC236}">
                <a16:creationId xmlns:a16="http://schemas.microsoft.com/office/drawing/2014/main" id="{F035419B-8B79-40BA-A955-F704D879A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7239000"/>
            <a:ext cx="295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교재 표지</a:t>
            </a:r>
          </a:p>
        </p:txBody>
      </p:sp>
      <p:sp>
        <p:nvSpPr>
          <p:cNvPr id="23" name="pathways-1-panel-22">
            <a:extLst xmlns:a="http://schemas.openxmlformats.org/drawingml/2006/main">
              <a:ext uri="{FF2B5EF4-FFF2-40B4-BE49-F238E27FC236}">
                <a16:creationId xmlns:a16="http://schemas.microsoft.com/office/drawing/2014/main" id="{9120E6BD-3E08-4930-972A-016832AE7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9763125"/>
            <a:ext cx="394335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ways-1-text-23">
            <a:extLst xmlns:a="http://schemas.openxmlformats.org/drawingml/2006/main">
              <a:ext uri="{FF2B5EF4-FFF2-40B4-BE49-F238E27FC236}">
                <a16:creationId xmlns:a16="http://schemas.microsoft.com/office/drawing/2014/main" id="{A3D92479-B5C2-4EED-9A0F-0CE785F03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9820275"/>
            <a:ext cx="3714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252044"/>
                </a:solidFill>
                <a:latin typeface="Malgun Gothic"/>
                <a:ea typeface="Malgun Gothic"/>
                <a:cs typeface="Malgun Gothic"/>
              </a:rPr>
              <a:t>영어를 '언어'로 배우는 수업</a:t>
            </a:r>
          </a:p>
        </p:txBody>
      </p:sp>
      <p:sp>
        <p:nvSpPr>
          <p:cNvPr id="25" name="pathways-1-panel-24">
            <a:extLst xmlns:a="http://schemas.openxmlformats.org/drawingml/2006/main">
              <a:ext uri="{FF2B5EF4-FFF2-40B4-BE49-F238E27FC236}">
                <a16:creationId xmlns:a16="http://schemas.microsoft.com/office/drawing/2014/main" id="{A797783A-636D-4AF6-A651-43BC7AA5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0763250"/>
            <a:ext cx="5905500" cy="685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ways-1-text-25">
            <a:extLst xmlns:a="http://schemas.openxmlformats.org/drawingml/2006/main">
              <a:ext uri="{FF2B5EF4-FFF2-40B4-BE49-F238E27FC236}">
                <a16:creationId xmlns:a16="http://schemas.microsoft.com/office/drawing/2014/main" id="{DEB88298-75EC-4EC5-9AAD-6DA33E331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0820400"/>
            <a:ext cx="56769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생각이 자라는 루트를 따라가 볼까요? →</a:t>
            </a:r>
          </a:p>
        </p:txBody>
      </p:sp>
      <p:sp>
        <p:nvSpPr>
          <p:cNvPr id="27" name="pathways-1-panel-26">
            <a:extLst xmlns:a="http://schemas.openxmlformats.org/drawingml/2006/main">
              <a:ext uri="{FF2B5EF4-FFF2-40B4-BE49-F238E27FC236}">
                <a16:creationId xmlns:a16="http://schemas.microsoft.com/office/drawing/2014/main" id="{6836F17B-DFEF-4E1F-9C0C-2A82D5F74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ways-1-panel-27">
            <a:extLst xmlns:a="http://schemas.openxmlformats.org/drawingml/2006/main">
              <a:ext uri="{FF2B5EF4-FFF2-40B4-BE49-F238E27FC236}">
                <a16:creationId xmlns:a16="http://schemas.microsoft.com/office/drawing/2014/main" id="{E8F03AA0-8665-4023-8555-5E142A6BF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ways-1-text-28">
            <a:extLst xmlns:a="http://schemas.openxmlformats.org/drawingml/2006/main">
              <a:ext uri="{FF2B5EF4-FFF2-40B4-BE49-F238E27FC236}">
                <a16:creationId xmlns:a16="http://schemas.microsoft.com/office/drawing/2014/main" id="{69888A5A-EF64-495C-903E-63CF7803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톡톡잉글리쉬 원격학원 (제3271호) · @talktalkenglish_online</a:t>
            </a:r>
          </a:p>
        </p:txBody>
      </p:sp>
    </p:spTree>
    <p:extLst>
      <p:ext uri="{BB962C8B-B14F-4D97-AF65-F5344CB8AC3E}">
        <p14:creationId xmlns:p14="http://schemas.microsoft.com/office/powerpoint/2010/main" val="20781243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pathways-2-panel-0">
            <a:extLst xmlns:a="http://schemas.openxmlformats.org/drawingml/2006/main">
              <a:ext uri="{FF2B5EF4-FFF2-40B4-BE49-F238E27FC236}">
                <a16:creationId xmlns:a16="http://schemas.microsoft.com/office/drawing/2014/main" id="{DBF0556F-55EA-4593-8C6B-9C3AA0D2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2-text-1">
            <a:extLst xmlns:a="http://schemas.openxmlformats.org/drawingml/2006/main">
              <a:ext uri="{FF2B5EF4-FFF2-40B4-BE49-F238E27FC236}">
                <a16:creationId xmlns:a16="http://schemas.microsoft.com/office/drawing/2014/main" id="{8CFC121B-21E2-49AF-9E97-B2AEA9C8C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2-text-2">
            <a:extLst xmlns:a="http://schemas.openxmlformats.org/drawingml/2006/main">
              <a:ext uri="{FF2B5EF4-FFF2-40B4-BE49-F238E27FC236}">
                <a16:creationId xmlns:a16="http://schemas.microsoft.com/office/drawing/2014/main" id="{644B32D4-96CC-4561-80E3-318CC3EBF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톡톡잉글리쉬 · Pathways 영어논술</a:t>
            </a:r>
          </a:p>
        </p:txBody>
      </p:sp>
      <p:sp>
        <p:nvSpPr>
          <p:cNvPr id="4" name="pathways-2-text-3">
            <a:extLst xmlns:a="http://schemas.openxmlformats.org/drawingml/2006/main">
              <a:ext uri="{FF2B5EF4-FFF2-40B4-BE49-F238E27FC236}">
                <a16:creationId xmlns:a16="http://schemas.microsoft.com/office/drawing/2014/main" id="{487BF9CC-D6D0-4F40-89A6-1301D747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2-panel-4">
            <a:extLst xmlns:a="http://schemas.openxmlformats.org/drawingml/2006/main">
              <a:ext uri="{FF2B5EF4-FFF2-40B4-BE49-F238E27FC236}">
                <a16:creationId xmlns:a16="http://schemas.microsoft.com/office/drawing/2014/main" id="{A2F08C8E-D0C7-402E-8133-B639EE83A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2-panel-5">
            <a:extLst xmlns:a="http://schemas.openxmlformats.org/drawingml/2006/main">
              <a:ext uri="{FF2B5EF4-FFF2-40B4-BE49-F238E27FC236}">
                <a16:creationId xmlns:a16="http://schemas.microsoft.com/office/drawing/2014/main" id="{82CB2296-6C1C-42C9-91C5-AF416471C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60985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2-panel-6">
            <a:extLst xmlns:a="http://schemas.openxmlformats.org/drawingml/2006/main">
              <a:ext uri="{FF2B5EF4-FFF2-40B4-BE49-F238E27FC236}">
                <a16:creationId xmlns:a16="http://schemas.microsoft.com/office/drawing/2014/main" id="{5570D184-3DC6-471A-A867-6F9278DC4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2-panel-7">
            <a:extLst xmlns:a="http://schemas.openxmlformats.org/drawingml/2006/main">
              <a:ext uri="{FF2B5EF4-FFF2-40B4-BE49-F238E27FC236}">
                <a16:creationId xmlns:a16="http://schemas.microsoft.com/office/drawing/2014/main" id="{EF009D38-1985-4EF9-8D67-FD7635E1A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2-panel-8">
            <a:extLst xmlns:a="http://schemas.openxmlformats.org/drawingml/2006/main">
              <a:ext uri="{FF2B5EF4-FFF2-40B4-BE49-F238E27FC236}">
                <a16:creationId xmlns:a16="http://schemas.microsoft.com/office/drawing/2014/main" id="{92342006-BD51-492E-B2E4-A14DB5076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2-panel-9">
            <a:extLst xmlns:a="http://schemas.openxmlformats.org/drawingml/2006/main">
              <a:ext uri="{FF2B5EF4-FFF2-40B4-BE49-F238E27FC236}">
                <a16:creationId xmlns:a16="http://schemas.microsoft.com/office/drawing/2014/main" id="{86C57474-65B5-4002-AB36-0B5E050DA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2-panel-10">
            <a:extLst xmlns:a="http://schemas.openxmlformats.org/drawingml/2006/main">
              <a:ext uri="{FF2B5EF4-FFF2-40B4-BE49-F238E27FC236}">
                <a16:creationId xmlns:a16="http://schemas.microsoft.com/office/drawing/2014/main" id="{9C3FC625-5D8B-4597-81F7-19661A1A9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2-panel-11">
            <a:extLst xmlns:a="http://schemas.openxmlformats.org/drawingml/2006/main">
              <a:ext uri="{FF2B5EF4-FFF2-40B4-BE49-F238E27FC236}">
                <a16:creationId xmlns:a16="http://schemas.microsoft.com/office/drawing/2014/main" id="{3AA93BAE-9BFA-4C8A-9B50-F71AD991D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2-panel-12">
            <a:extLst xmlns:a="http://schemas.openxmlformats.org/drawingml/2006/main">
              <a:ext uri="{FF2B5EF4-FFF2-40B4-BE49-F238E27FC236}">
                <a16:creationId xmlns:a16="http://schemas.microsoft.com/office/drawing/2014/main" id="{F5812CC8-A5AB-416E-9098-010561DC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336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2-panel-13">
            <a:extLst xmlns:a="http://schemas.openxmlformats.org/drawingml/2006/main">
              <a:ext uri="{FF2B5EF4-FFF2-40B4-BE49-F238E27FC236}">
                <a16:creationId xmlns:a16="http://schemas.microsoft.com/office/drawing/2014/main" id="{7FBDC5E8-4AD1-4775-9630-FA561564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1935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2-text-14">
            <a:extLst xmlns:a="http://schemas.openxmlformats.org/drawingml/2006/main">
              <a:ext uri="{FF2B5EF4-FFF2-40B4-BE49-F238E27FC236}">
                <a16:creationId xmlns:a16="http://schemas.microsoft.com/office/drawing/2014/main" id="{8F25C65B-8232-4C69-A99B-1473CC44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1</a:t>
            </a:r>
          </a:p>
        </p:txBody>
      </p:sp>
      <p:sp>
        <p:nvSpPr>
          <p:cNvPr id="16" name="pathways-2-text-15">
            <a:extLst xmlns:a="http://schemas.openxmlformats.org/drawingml/2006/main">
              <a:ext uri="{FF2B5EF4-FFF2-40B4-BE49-F238E27FC236}">
                <a16:creationId xmlns:a16="http://schemas.microsoft.com/office/drawing/2014/main" id="{D427D9F6-48CB-47F9-A6F4-3AB728B15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왜 영어 '논술'일까요?</a:t>
            </a:r>
          </a:p>
        </p:txBody>
      </p:sp>
      <p:sp>
        <p:nvSpPr>
          <p:cNvPr id="17" name="pathways-2-text-16">
            <a:extLst xmlns:a="http://schemas.openxmlformats.org/drawingml/2006/main">
              <a:ext uri="{FF2B5EF4-FFF2-40B4-BE49-F238E27FC236}">
                <a16:creationId xmlns:a16="http://schemas.microsoft.com/office/drawing/2014/main" id="{C849D42C-1005-4956-A8B0-B368A9E8C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7147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영어를 영어로만 배우면,</a:t>
            </a:r>
          </a:p>
        </p:txBody>
      </p:sp>
      <p:sp>
        <p:nvSpPr>
          <p:cNvPr id="18" name="pathways-2-text-17">
            <a:extLst xmlns:a="http://schemas.openxmlformats.org/drawingml/2006/main">
              <a:ext uri="{FF2B5EF4-FFF2-40B4-BE49-F238E27FC236}">
                <a16:creationId xmlns:a16="http://schemas.microsoft.com/office/drawing/2014/main" id="{0BBCBD65-4DF4-460B-AA51-60D7540C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4767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말은 해도 생각이 비어요</a:t>
            </a:r>
          </a:p>
        </p:txBody>
      </p:sp>
      <p:sp>
        <p:nvSpPr>
          <p:cNvPr id="19" name="pathways-2-panel-18">
            <a:extLst xmlns:a="http://schemas.openxmlformats.org/drawingml/2006/main">
              <a:ext uri="{FF2B5EF4-FFF2-40B4-BE49-F238E27FC236}">
                <a16:creationId xmlns:a16="http://schemas.microsoft.com/office/drawing/2014/main" id="{1154D444-ED9E-461C-A2C8-B4519C26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29250"/>
            <a:ext cx="8991600" cy="219075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ways-2-text-19">
            <a:extLst xmlns:a="http://schemas.openxmlformats.org/drawingml/2006/main">
              <a:ext uri="{FF2B5EF4-FFF2-40B4-BE49-F238E27FC236}">
                <a16:creationId xmlns:a16="http://schemas.microsoft.com/office/drawing/2014/main" id="{83BF2465-1ED7-4E83-8495-14D74A00F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293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8A909B"/>
                </a:solidFill>
                <a:latin typeface="Malgun Gothic"/>
                <a:ea typeface="Malgun Gothic"/>
                <a:cs typeface="Malgun Gothic"/>
              </a:rPr>
              <a:t>× 영어를 '영어'로</a:t>
            </a:r>
          </a:p>
        </p:txBody>
      </p:sp>
      <p:sp>
        <p:nvSpPr>
          <p:cNvPr id="21" name="pathways-2-text-20">
            <a:extLst xmlns:a="http://schemas.openxmlformats.org/drawingml/2006/main">
              <a:ext uri="{FF2B5EF4-FFF2-40B4-BE49-F238E27FC236}">
                <a16:creationId xmlns:a16="http://schemas.microsoft.com/office/drawing/2014/main" id="{342013CC-9226-4A56-935C-F7C2B1D6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3246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단어·문법을 과목처럼 외워요</a:t>
            </a:r>
          </a:p>
        </p:txBody>
      </p:sp>
      <p:sp>
        <p:nvSpPr>
          <p:cNvPr id="22" name="pathways-2-text-21">
            <a:extLst xmlns:a="http://schemas.openxmlformats.org/drawingml/2006/main">
              <a:ext uri="{FF2B5EF4-FFF2-40B4-BE49-F238E27FC236}">
                <a16:creationId xmlns:a16="http://schemas.microsoft.com/office/drawing/2014/main" id="{3B2A10B1-A271-404B-BF75-6363CEA08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93420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→ 문장은 맞는데 내용이 없어요</a:t>
            </a:r>
          </a:p>
        </p:txBody>
      </p:sp>
      <p:sp>
        <p:nvSpPr>
          <p:cNvPr id="23" name="pathways-2-panel-22">
            <a:extLst xmlns:a="http://schemas.openxmlformats.org/drawingml/2006/main">
              <a:ext uri="{FF2B5EF4-FFF2-40B4-BE49-F238E27FC236}">
                <a16:creationId xmlns:a16="http://schemas.microsoft.com/office/drawing/2014/main" id="{EA2D4219-926C-47E2-A6F8-4D99C5058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58125"/>
            <a:ext cx="8991600" cy="2143125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CEBF7"/>
          </a:solidFill>
          <a:ln xmlns:a="http://schemas.openxmlformats.org/drawingml/2006/main" w="28575">
            <a:solidFill>
              <a:srgbClr val="302963"/>
            </a:solidFill>
            <a:prstDash val="solid"/>
          </a:ln>
        </p:spPr>
      </p:sp>
      <p:sp>
        <p:nvSpPr>
          <p:cNvPr id="24" name="pathways-2-text-23">
            <a:extLst xmlns:a="http://schemas.openxmlformats.org/drawingml/2006/main">
              <a:ext uri="{FF2B5EF4-FFF2-40B4-BE49-F238E27FC236}">
                <a16:creationId xmlns:a16="http://schemas.microsoft.com/office/drawing/2014/main" id="{56C3DF3F-73CC-48A4-9BA5-3C4AF1623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258175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○ 영어를 '언어'로</a:t>
            </a:r>
          </a:p>
        </p:txBody>
      </p:sp>
      <p:sp>
        <p:nvSpPr>
          <p:cNvPr id="25" name="pathways-2-text-24">
            <a:extLst xmlns:a="http://schemas.openxmlformats.org/drawingml/2006/main">
              <a:ext uri="{FF2B5EF4-FFF2-40B4-BE49-F238E27FC236}">
                <a16:creationId xmlns:a16="http://schemas.microsoft.com/office/drawing/2014/main" id="{27E03487-C58C-40D5-94AE-CFF9DE74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724900"/>
            <a:ext cx="8286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내 생각을 전하는 도구로 써요</a:t>
            </a:r>
          </a:p>
        </p:txBody>
      </p:sp>
      <p:sp>
        <p:nvSpPr>
          <p:cNvPr id="26" name="pathways-2-text-25">
            <a:extLst xmlns:a="http://schemas.openxmlformats.org/drawingml/2006/main">
              <a:ext uri="{FF2B5EF4-FFF2-40B4-BE49-F238E27FC236}">
                <a16:creationId xmlns:a16="http://schemas.microsoft.com/office/drawing/2014/main" id="{87C2FFD4-71C4-442C-ADA9-3253E8F32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334500"/>
            <a:ext cx="828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→ 이유와 예시로 구체적으로 말해요</a:t>
            </a:r>
          </a:p>
        </p:txBody>
      </p:sp>
      <p:sp>
        <p:nvSpPr>
          <p:cNvPr id="27" name="pathways-2-text-26">
            <a:extLst xmlns:a="http://schemas.openxmlformats.org/drawingml/2006/main">
              <a:ext uri="{FF2B5EF4-FFF2-40B4-BE49-F238E27FC236}">
                <a16:creationId xmlns:a16="http://schemas.microsoft.com/office/drawing/2014/main" id="{BD69E0E0-2932-49D6-A000-6CD75133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4775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영어는 목표가 아니라 생각을 담는 그릇이에요.</a:t>
            </a:r>
          </a:p>
        </p:txBody>
      </p:sp>
      <p:sp>
        <p:nvSpPr>
          <p:cNvPr id="28" name="pathways-2-panel-27">
            <a:extLst xmlns:a="http://schemas.openxmlformats.org/drawingml/2006/main">
              <a:ext uri="{FF2B5EF4-FFF2-40B4-BE49-F238E27FC236}">
                <a16:creationId xmlns:a16="http://schemas.microsoft.com/office/drawing/2014/main" id="{0E8675D1-27C0-439C-9710-0B63571C0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ways-2-panel-28">
            <a:extLst xmlns:a="http://schemas.openxmlformats.org/drawingml/2006/main">
              <a:ext uri="{FF2B5EF4-FFF2-40B4-BE49-F238E27FC236}">
                <a16:creationId xmlns:a16="http://schemas.microsoft.com/office/drawing/2014/main" id="{2067B477-3F69-42B0-831B-29B99D6CB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ways-2-text-29">
            <a:extLst xmlns:a="http://schemas.openxmlformats.org/drawingml/2006/main">
              <a:ext uri="{FF2B5EF4-FFF2-40B4-BE49-F238E27FC236}">
                <a16:creationId xmlns:a16="http://schemas.microsoft.com/office/drawing/2014/main" id="{712C9AE4-4FC8-4EC6-AD5E-4362A442B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톡톡잉글리쉬 원격학원 (제3271호) · @talktalkenglish_online</a:t>
            </a:r>
          </a:p>
        </p:txBody>
      </p:sp>
    </p:spTree>
    <p:extLst>
      <p:ext uri="{BB962C8B-B14F-4D97-AF65-F5344CB8AC3E}">
        <p14:creationId xmlns:p14="http://schemas.microsoft.com/office/powerpoint/2010/main" val="3116274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pathways-3-panel-0">
            <a:extLst xmlns:a="http://schemas.openxmlformats.org/drawingml/2006/main">
              <a:ext uri="{FF2B5EF4-FFF2-40B4-BE49-F238E27FC236}">
                <a16:creationId xmlns:a16="http://schemas.microsoft.com/office/drawing/2014/main" id="{5258C0A7-671D-47E5-8972-58CC7F821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3-text-1">
            <a:extLst xmlns:a="http://schemas.openxmlformats.org/drawingml/2006/main">
              <a:ext uri="{FF2B5EF4-FFF2-40B4-BE49-F238E27FC236}">
                <a16:creationId xmlns:a16="http://schemas.microsoft.com/office/drawing/2014/main" id="{3A904224-D378-4B43-9D95-FAF07F2B4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3-text-2">
            <a:extLst xmlns:a="http://schemas.openxmlformats.org/drawingml/2006/main">
              <a:ext uri="{FF2B5EF4-FFF2-40B4-BE49-F238E27FC236}">
                <a16:creationId xmlns:a16="http://schemas.microsoft.com/office/drawing/2014/main" id="{94ABDFCD-C04D-4C0B-8CB7-48E4DBC3F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톡톡잉글리쉬 · Pathways 영어논술</a:t>
            </a:r>
          </a:p>
        </p:txBody>
      </p:sp>
      <p:sp>
        <p:nvSpPr>
          <p:cNvPr id="4" name="pathways-3-text-3">
            <a:extLst xmlns:a="http://schemas.openxmlformats.org/drawingml/2006/main">
              <a:ext uri="{FF2B5EF4-FFF2-40B4-BE49-F238E27FC236}">
                <a16:creationId xmlns:a16="http://schemas.microsoft.com/office/drawing/2014/main" id="{3B7AD5C7-AE5C-4EDB-9E3B-AD9E82D6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3-panel-4">
            <a:extLst xmlns:a="http://schemas.openxmlformats.org/drawingml/2006/main">
              <a:ext uri="{FF2B5EF4-FFF2-40B4-BE49-F238E27FC236}">
                <a16:creationId xmlns:a16="http://schemas.microsoft.com/office/drawing/2014/main" id="{04B589D1-0B0F-43F6-A759-02845AB6B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3-panel-5">
            <a:extLst xmlns:a="http://schemas.openxmlformats.org/drawingml/2006/main">
              <a:ext uri="{FF2B5EF4-FFF2-40B4-BE49-F238E27FC236}">
                <a16:creationId xmlns:a16="http://schemas.microsoft.com/office/drawing/2014/main" id="{33741636-676B-4A3B-83E8-96C90946F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3-panel-6">
            <a:extLst xmlns:a="http://schemas.openxmlformats.org/drawingml/2006/main">
              <a:ext uri="{FF2B5EF4-FFF2-40B4-BE49-F238E27FC236}">
                <a16:creationId xmlns:a16="http://schemas.microsoft.com/office/drawing/2014/main" id="{08EE7350-7614-4C3D-9A52-0DC80EAF5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3-panel-7">
            <a:extLst xmlns:a="http://schemas.openxmlformats.org/drawingml/2006/main">
              <a:ext uri="{FF2B5EF4-FFF2-40B4-BE49-F238E27FC236}">
                <a16:creationId xmlns:a16="http://schemas.microsoft.com/office/drawing/2014/main" id="{E77DA70B-F5D2-4492-8498-50F84ECDE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3-panel-8">
            <a:extLst xmlns:a="http://schemas.openxmlformats.org/drawingml/2006/main">
              <a:ext uri="{FF2B5EF4-FFF2-40B4-BE49-F238E27FC236}">
                <a16:creationId xmlns:a16="http://schemas.microsoft.com/office/drawing/2014/main" id="{B57BA289-D595-49A8-B0D1-2448F9A0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3-panel-9">
            <a:extLst xmlns:a="http://schemas.openxmlformats.org/drawingml/2006/main">
              <a:ext uri="{FF2B5EF4-FFF2-40B4-BE49-F238E27FC236}">
                <a16:creationId xmlns:a16="http://schemas.microsoft.com/office/drawing/2014/main" id="{BFCF88AC-5CD8-412C-BDB1-FA534A867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3-panel-10">
            <a:extLst xmlns:a="http://schemas.openxmlformats.org/drawingml/2006/main">
              <a:ext uri="{FF2B5EF4-FFF2-40B4-BE49-F238E27FC236}">
                <a16:creationId xmlns:a16="http://schemas.microsoft.com/office/drawing/2014/main" id="{109B1834-841E-44D5-9484-3ED5E2B23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3-panel-11">
            <a:extLst xmlns:a="http://schemas.openxmlformats.org/drawingml/2006/main">
              <a:ext uri="{FF2B5EF4-FFF2-40B4-BE49-F238E27FC236}">
                <a16:creationId xmlns:a16="http://schemas.microsoft.com/office/drawing/2014/main" id="{F5F97D25-847B-49C4-A1D1-4477014E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3-panel-12">
            <a:extLst xmlns:a="http://schemas.openxmlformats.org/drawingml/2006/main">
              <a:ext uri="{FF2B5EF4-FFF2-40B4-BE49-F238E27FC236}">
                <a16:creationId xmlns:a16="http://schemas.microsoft.com/office/drawing/2014/main" id="{AD0FC9E2-6307-42E1-B488-4E9494892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3-panel-13">
            <a:extLst xmlns:a="http://schemas.openxmlformats.org/drawingml/2006/main">
              <a:ext uri="{FF2B5EF4-FFF2-40B4-BE49-F238E27FC236}">
                <a16:creationId xmlns:a16="http://schemas.microsoft.com/office/drawing/2014/main" id="{2A7F4841-9984-4F79-9FD2-B17F24DC8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114300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3-text-14">
            <a:extLst xmlns:a="http://schemas.openxmlformats.org/drawingml/2006/main">
              <a:ext uri="{FF2B5EF4-FFF2-40B4-BE49-F238E27FC236}">
                <a16:creationId xmlns:a16="http://schemas.microsoft.com/office/drawing/2014/main" id="{0C436F57-0DB7-45C0-AEC4-CE1185BED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12001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2</a:t>
            </a:r>
          </a:p>
        </p:txBody>
      </p:sp>
      <p:sp>
        <p:nvSpPr>
          <p:cNvPr id="16" name="pathways-3-text-15">
            <a:extLst xmlns:a="http://schemas.openxmlformats.org/drawingml/2006/main">
              <a:ext uri="{FF2B5EF4-FFF2-40B4-BE49-F238E27FC236}">
                <a16:creationId xmlns:a16="http://schemas.microsoft.com/office/drawing/2014/main" id="{9CCF8722-6CEA-4C08-8B1E-E39425C0C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Pathways 1 · 11월 수업 주제</a:t>
            </a:r>
          </a:p>
        </p:txBody>
      </p:sp>
      <p:sp>
        <p:nvSpPr>
          <p:cNvPr id="17" name="pathways-3-text-16">
            <a:extLst xmlns:a="http://schemas.openxmlformats.org/drawingml/2006/main">
              <a:ext uri="{FF2B5EF4-FFF2-40B4-BE49-F238E27FC236}">
                <a16:creationId xmlns:a16="http://schemas.microsoft.com/office/drawing/2014/main" id="{D1F02ED3-D76C-4C12-AF39-D255E5B3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생활 속 주제라서</a:t>
            </a:r>
          </a:p>
        </p:txBody>
      </p:sp>
      <p:sp>
        <p:nvSpPr>
          <p:cNvPr id="18" name="pathways-3-text-17">
            <a:extLst xmlns:a="http://schemas.openxmlformats.org/drawingml/2006/main">
              <a:ext uri="{FF2B5EF4-FFF2-40B4-BE49-F238E27FC236}">
                <a16:creationId xmlns:a16="http://schemas.microsoft.com/office/drawing/2014/main" id="{1D39C052-9F34-45BF-810D-2B8BA7BB0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아이가 할 말이 생겨요</a:t>
            </a:r>
          </a:p>
        </p:txBody>
      </p:sp>
      <p:sp>
        <p:nvSpPr>
          <p:cNvPr id="19" name="pathways-3-text-18">
            <a:extLst xmlns:a="http://schemas.openxmlformats.org/drawingml/2006/main">
              <a:ext uri="{FF2B5EF4-FFF2-40B4-BE49-F238E27FC236}">
                <a16:creationId xmlns:a16="http://schemas.microsoft.com/office/drawing/2014/main" id="{87AD4E2A-B077-4267-8D8C-06B8730F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899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C87A0C"/>
                </a:solidFill>
                <a:latin typeface="Malgun Gothic"/>
                <a:ea typeface="Malgun Gothic"/>
                <a:cs typeface="Malgun Gothic"/>
              </a:rPr>
              <a:t>WHY WE BUY · 우리는 왜 살까?</a:t>
            </a:r>
          </a:p>
        </p:txBody>
      </p:sp>
      <p:sp>
        <p:nvSpPr>
          <p:cNvPr id="20" name="pathways-3-panel-19">
            <a:extLst xmlns:a="http://schemas.openxmlformats.org/drawingml/2006/main">
              <a:ext uri="{FF2B5EF4-FFF2-40B4-BE49-F238E27FC236}">
                <a16:creationId xmlns:a16="http://schemas.microsoft.com/office/drawing/2014/main" id="{6CEE8063-F585-482E-913F-D87D55834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57750"/>
            <a:ext cx="8991600" cy="14763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ways-3-text-20">
            <a:extLst xmlns:a="http://schemas.openxmlformats.org/drawingml/2006/main">
              <a:ext uri="{FF2B5EF4-FFF2-40B4-BE49-F238E27FC236}">
                <a16:creationId xmlns:a16="http://schemas.microsoft.com/office/drawing/2014/main" id="{348CB285-5DEE-4487-A489-24ECDC82A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08635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Supermarket Tricks</a:t>
            </a:r>
          </a:p>
        </p:txBody>
      </p:sp>
      <p:sp>
        <p:nvSpPr>
          <p:cNvPr id="22" name="pathways-3-text-21">
            <a:extLst xmlns:a="http://schemas.openxmlformats.org/drawingml/2006/main">
              <a:ext uri="{FF2B5EF4-FFF2-40B4-BE49-F238E27FC236}">
                <a16:creationId xmlns:a16="http://schemas.microsoft.com/office/drawing/2014/main" id="{0608EC97-99C1-4E71-AF0E-B6812698D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75310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마트는 왜 우유를 맨 안쪽에 둘까?</a:t>
            </a:r>
          </a:p>
        </p:txBody>
      </p:sp>
      <p:sp>
        <p:nvSpPr>
          <p:cNvPr id="23" name="pathways-3-panel-22">
            <a:extLst xmlns:a="http://schemas.openxmlformats.org/drawingml/2006/main">
              <a:ext uri="{FF2B5EF4-FFF2-40B4-BE49-F238E27FC236}">
                <a16:creationId xmlns:a16="http://schemas.microsoft.com/office/drawing/2014/main" id="{D2036C8D-3843-4EBC-9F59-8499CBF3F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477000"/>
            <a:ext cx="8991600" cy="14763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ways-3-text-23">
            <a:extLst xmlns:a="http://schemas.openxmlformats.org/drawingml/2006/main">
              <a:ext uri="{FF2B5EF4-FFF2-40B4-BE49-F238E27FC236}">
                <a16:creationId xmlns:a16="http://schemas.microsoft.com/office/drawing/2014/main" id="{177D50B4-B2F3-4ECB-9C60-6A0CA0031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670560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The Power of Persuasion</a:t>
            </a:r>
          </a:p>
        </p:txBody>
      </p:sp>
      <p:sp>
        <p:nvSpPr>
          <p:cNvPr id="25" name="pathways-3-text-24">
            <a:extLst xmlns:a="http://schemas.openxmlformats.org/drawingml/2006/main">
              <a:ext uri="{FF2B5EF4-FFF2-40B4-BE49-F238E27FC236}">
                <a16:creationId xmlns:a16="http://schemas.microsoft.com/office/drawing/2014/main" id="{C3F9A48E-3F5B-433A-9DD4-CB10865EA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737235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광고는 어떻게 마음을 움직일까?</a:t>
            </a:r>
          </a:p>
        </p:txBody>
      </p:sp>
      <p:sp>
        <p:nvSpPr>
          <p:cNvPr id="26" name="pathways-3-panel-25">
            <a:extLst xmlns:a="http://schemas.openxmlformats.org/drawingml/2006/main">
              <a:ext uri="{FF2B5EF4-FFF2-40B4-BE49-F238E27FC236}">
                <a16:creationId xmlns:a16="http://schemas.microsoft.com/office/drawing/2014/main" id="{3C58AB3E-2CAD-4ED7-9B18-F456BC527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48700"/>
            <a:ext cx="8991600" cy="14763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ways-3-text-26">
            <a:extLst xmlns:a="http://schemas.openxmlformats.org/drawingml/2006/main">
              <a:ext uri="{FF2B5EF4-FFF2-40B4-BE49-F238E27FC236}">
                <a16:creationId xmlns:a16="http://schemas.microsoft.com/office/drawing/2014/main" id="{6DB3357E-D5ED-45E2-BAB3-3946BE80F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887730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A Better Earth?</a:t>
            </a:r>
          </a:p>
        </p:txBody>
      </p:sp>
      <p:sp>
        <p:nvSpPr>
          <p:cNvPr id="28" name="pathways-3-text-27">
            <a:extLst xmlns:a="http://schemas.openxmlformats.org/drawingml/2006/main">
              <a:ext uri="{FF2B5EF4-FFF2-40B4-BE49-F238E27FC236}">
                <a16:creationId xmlns:a16="http://schemas.microsoft.com/office/drawing/2014/main" id="{53A662A2-D574-4C45-80C2-98461A91E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954405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지구는 정말 나아지고 있을까?</a:t>
            </a:r>
          </a:p>
        </p:txBody>
      </p:sp>
      <p:sp>
        <p:nvSpPr>
          <p:cNvPr id="29" name="pathways-3-panel-28">
            <a:extLst xmlns:a="http://schemas.openxmlformats.org/drawingml/2006/main">
              <a:ext uri="{FF2B5EF4-FFF2-40B4-BE49-F238E27FC236}">
                <a16:creationId xmlns:a16="http://schemas.microsoft.com/office/drawing/2014/main" id="{E9EEC04F-AA10-4263-9AE9-09E216CD2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67950"/>
            <a:ext cx="8991600" cy="1476375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ways-3-text-29">
            <a:extLst xmlns:a="http://schemas.openxmlformats.org/drawingml/2006/main">
              <a:ext uri="{FF2B5EF4-FFF2-40B4-BE49-F238E27FC236}">
                <a16:creationId xmlns:a16="http://schemas.microsoft.com/office/drawing/2014/main" id="{773CD727-DBE0-40DF-AA55-E24307114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0496550"/>
            <a:ext cx="8477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Turning Trash into Trolls</a:t>
            </a:r>
          </a:p>
        </p:txBody>
      </p:sp>
      <p:sp>
        <p:nvSpPr>
          <p:cNvPr id="31" name="pathways-3-text-30">
            <a:extLst xmlns:a="http://schemas.openxmlformats.org/drawingml/2006/main">
              <a:ext uri="{FF2B5EF4-FFF2-40B4-BE49-F238E27FC236}">
                <a16:creationId xmlns:a16="http://schemas.microsoft.com/office/drawing/2014/main" id="{D06E0561-BDC2-4468-B635-038F9E33F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1163300"/>
            <a:ext cx="8477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쓰레기가 거대한 작품이 된다면?</a:t>
            </a:r>
          </a:p>
        </p:txBody>
      </p:sp>
      <p:sp>
        <p:nvSpPr>
          <p:cNvPr id="32" name="pathways-3-text-31">
            <a:extLst xmlns:a="http://schemas.openxmlformats.org/drawingml/2006/main">
              <a:ext uri="{FF2B5EF4-FFF2-40B4-BE49-F238E27FC236}">
                <a16:creationId xmlns:a16="http://schemas.microsoft.com/office/drawing/2014/main" id="{CEC2F6AD-7BE4-4555-976C-491C4A560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143875"/>
            <a:ext cx="899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209B50"/>
                </a:solidFill>
                <a:latin typeface="Malgun Gothic"/>
                <a:ea typeface="Malgun Gothic"/>
                <a:cs typeface="Malgun Gothic"/>
              </a:rPr>
              <a:t>GREEN LIVING · 지구와 함께 살기</a:t>
            </a:r>
          </a:p>
        </p:txBody>
      </p:sp>
      <p:sp>
        <p:nvSpPr>
          <p:cNvPr id="33" name="pathways-3-text-32">
            <a:extLst xmlns:a="http://schemas.openxmlformats.org/drawingml/2006/main">
              <a:ext uri="{FF2B5EF4-FFF2-40B4-BE49-F238E27FC236}">
                <a16:creationId xmlns:a16="http://schemas.microsoft.com/office/drawing/2014/main" id="{C7B76598-D0CF-458D-A533-629F7E14C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192000"/>
            <a:ext cx="89916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읽고 끝이 아니라 “너라면?”으로 이어져요.</a:t>
            </a:r>
          </a:p>
        </p:txBody>
      </p:sp>
    </p:spTree>
    <p:extLst>
      <p:ext uri="{BB962C8B-B14F-4D97-AF65-F5344CB8AC3E}">
        <p14:creationId xmlns:p14="http://schemas.microsoft.com/office/powerpoint/2010/main" val="65465410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2" name="pathways-4-panel-0">
            <a:extLst xmlns:a="http://schemas.openxmlformats.org/drawingml/2006/main">
              <a:ext uri="{FF2B5EF4-FFF2-40B4-BE49-F238E27FC236}">
                <a16:creationId xmlns:a16="http://schemas.microsoft.com/office/drawing/2014/main" id="{52059D2B-5D3C-4448-8650-4F94F0C20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4-text-1">
            <a:extLst xmlns:a="http://schemas.openxmlformats.org/drawingml/2006/main">
              <a:ext uri="{FF2B5EF4-FFF2-40B4-BE49-F238E27FC236}">
                <a16:creationId xmlns:a16="http://schemas.microsoft.com/office/drawing/2014/main" id="{F3E28AD6-8446-4A40-BE27-6BBBC3746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4-text-2">
            <a:extLst xmlns:a="http://schemas.openxmlformats.org/drawingml/2006/main">
              <a:ext uri="{FF2B5EF4-FFF2-40B4-BE49-F238E27FC236}">
                <a16:creationId xmlns:a16="http://schemas.microsoft.com/office/drawing/2014/main" id="{D9DA57DA-7778-4ADE-BE75-2F0D5DCDB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톡톡잉글리쉬 · Pathways 영어논술</a:t>
            </a:r>
          </a:p>
        </p:txBody>
      </p:sp>
      <p:sp>
        <p:nvSpPr>
          <p:cNvPr id="4" name="pathways-4-text-3">
            <a:extLst xmlns:a="http://schemas.openxmlformats.org/drawingml/2006/main">
              <a:ext uri="{FF2B5EF4-FFF2-40B4-BE49-F238E27FC236}">
                <a16:creationId xmlns:a16="http://schemas.microsoft.com/office/drawing/2014/main" id="{8FB200E8-B97D-48A5-859B-43259633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4-panel-4">
            <a:extLst xmlns:a="http://schemas.openxmlformats.org/drawingml/2006/main">
              <a:ext uri="{FF2B5EF4-FFF2-40B4-BE49-F238E27FC236}">
                <a16:creationId xmlns:a16="http://schemas.microsoft.com/office/drawing/2014/main" id="{6EF30ECC-EC70-44AC-B8A6-F6BD3D87E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4-panel-5">
            <a:extLst xmlns:a="http://schemas.openxmlformats.org/drawingml/2006/main">
              <a:ext uri="{FF2B5EF4-FFF2-40B4-BE49-F238E27FC236}">
                <a16:creationId xmlns:a16="http://schemas.microsoft.com/office/drawing/2014/main" id="{F41D5326-AB8A-47F0-B0F1-6E5046BDF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3350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4-panel-6">
            <a:extLst xmlns:a="http://schemas.openxmlformats.org/drawingml/2006/main">
              <a:ext uri="{FF2B5EF4-FFF2-40B4-BE49-F238E27FC236}">
                <a16:creationId xmlns:a16="http://schemas.microsoft.com/office/drawing/2014/main" id="{6C0BA0DF-26B9-4CE2-BD4B-88AC3703E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4-panel-7">
            <a:extLst xmlns:a="http://schemas.openxmlformats.org/drawingml/2006/main">
              <a:ext uri="{FF2B5EF4-FFF2-40B4-BE49-F238E27FC236}">
                <a16:creationId xmlns:a16="http://schemas.microsoft.com/office/drawing/2014/main" id="{73E2A6C5-8EDD-4CA1-8AB7-A16F995FC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4-panel-8">
            <a:extLst xmlns:a="http://schemas.openxmlformats.org/drawingml/2006/main">
              <a:ext uri="{FF2B5EF4-FFF2-40B4-BE49-F238E27FC236}">
                <a16:creationId xmlns:a16="http://schemas.microsoft.com/office/drawing/2014/main" id="{5ACE9388-9213-4A3D-B9E8-6E44DFAA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4-panel-9">
            <a:extLst xmlns:a="http://schemas.openxmlformats.org/drawingml/2006/main">
              <a:ext uri="{FF2B5EF4-FFF2-40B4-BE49-F238E27FC236}">
                <a16:creationId xmlns:a16="http://schemas.microsoft.com/office/drawing/2014/main" id="{871DA2CB-3CEC-432B-B176-1267342BB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4-panel-10">
            <a:extLst xmlns:a="http://schemas.openxmlformats.org/drawingml/2006/main">
              <a:ext uri="{FF2B5EF4-FFF2-40B4-BE49-F238E27FC236}">
                <a16:creationId xmlns:a16="http://schemas.microsoft.com/office/drawing/2014/main" id="{5C3F7931-C17F-409F-8E87-06D40BB51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4-panel-11">
            <a:extLst xmlns:a="http://schemas.openxmlformats.org/drawingml/2006/main">
              <a:ext uri="{FF2B5EF4-FFF2-40B4-BE49-F238E27FC236}">
                <a16:creationId xmlns:a16="http://schemas.microsoft.com/office/drawing/2014/main" id="{14F9F285-F2A3-4A53-B91A-BB2891999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4-panel-12">
            <a:extLst xmlns:a="http://schemas.openxmlformats.org/drawingml/2006/main">
              <a:ext uri="{FF2B5EF4-FFF2-40B4-BE49-F238E27FC236}">
                <a16:creationId xmlns:a16="http://schemas.microsoft.com/office/drawing/2014/main" id="{C1F86249-FA94-45DE-AB5F-5E80E7F7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257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4-panel-13">
            <a:extLst xmlns:a="http://schemas.openxmlformats.org/drawingml/2006/main">
              <a:ext uri="{FF2B5EF4-FFF2-40B4-BE49-F238E27FC236}">
                <a16:creationId xmlns:a16="http://schemas.microsoft.com/office/drawing/2014/main" id="{1C50D866-5E82-4DD4-A0A4-8993153A6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14300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4-text-14">
            <a:extLst xmlns:a="http://schemas.openxmlformats.org/drawingml/2006/main">
              <a:ext uri="{FF2B5EF4-FFF2-40B4-BE49-F238E27FC236}">
                <a16:creationId xmlns:a16="http://schemas.microsoft.com/office/drawing/2014/main" id="{E47D428B-177F-4A5E-A6A0-D5D2AE1E5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2001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3</a:t>
            </a:r>
          </a:p>
        </p:txBody>
      </p:sp>
      <p:sp>
        <p:nvSpPr>
          <p:cNvPr id="16" name="pathways-4-text-15">
            <a:extLst xmlns:a="http://schemas.openxmlformats.org/drawingml/2006/main">
              <a:ext uri="{FF2B5EF4-FFF2-40B4-BE49-F238E27FC236}">
                <a16:creationId xmlns:a16="http://schemas.microsoft.com/office/drawing/2014/main" id="{B93949F1-01CB-4598-B57F-F81C374F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859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직접 만든 워크시트북으로, 매주 이 루트</a:t>
            </a:r>
          </a:p>
        </p:txBody>
      </p:sp>
      <p:sp>
        <p:nvSpPr>
          <p:cNvPr id="17" name="pathways-4-text-16">
            <a:extLst xmlns:a="http://schemas.openxmlformats.org/drawingml/2006/main">
              <a:ext uri="{FF2B5EF4-FFF2-40B4-BE49-F238E27FC236}">
                <a16:creationId xmlns:a16="http://schemas.microsoft.com/office/drawing/2014/main" id="{7E01B0B7-69E1-44E8-8058-8B8B1A98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574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읽기에서 시작해</a:t>
            </a:r>
          </a:p>
        </p:txBody>
      </p:sp>
      <p:sp>
        <p:nvSpPr>
          <p:cNvPr id="18" name="pathways-4-text-17">
            <a:extLst xmlns:a="http://schemas.openxmlformats.org/drawingml/2006/main">
              <a:ext uri="{FF2B5EF4-FFF2-40B4-BE49-F238E27FC236}">
                <a16:creationId xmlns:a16="http://schemas.microsoft.com/office/drawing/2014/main" id="{4F8D429C-0334-4965-9812-38C72951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2194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글 한 편으로 끝나요</a:t>
            </a:r>
          </a:p>
        </p:txBody>
      </p:sp>
      <p:sp>
        <p:nvSpPr>
          <p:cNvPr id="19" name="pathways-4-panel-18">
            <a:extLst xmlns:a="http://schemas.openxmlformats.org/drawingml/2006/main">
              <a:ext uri="{FF2B5EF4-FFF2-40B4-BE49-F238E27FC236}">
                <a16:creationId xmlns:a16="http://schemas.microsoft.com/office/drawing/2014/main" id="{2447F5AB-108B-495D-A2A8-3627CA3D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23862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ways-4-panel-19">
            <a:extLst xmlns:a="http://schemas.openxmlformats.org/drawingml/2006/main">
              <a:ext uri="{FF2B5EF4-FFF2-40B4-BE49-F238E27FC236}">
                <a16:creationId xmlns:a16="http://schemas.microsoft.com/office/drawing/2014/main" id="{9A2330F6-7F25-4F92-BBD9-368EA705D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0862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pathways-4-text-20">
            <a:extLst xmlns:a="http://schemas.openxmlformats.org/drawingml/2006/main">
              <a:ext uri="{FF2B5EF4-FFF2-40B4-BE49-F238E27FC236}">
                <a16:creationId xmlns:a16="http://schemas.microsoft.com/office/drawing/2014/main" id="{54ECC7B6-4917-415F-96B1-4C9C72C11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414337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22" name="pathways-4-text-21">
            <a:extLst xmlns:a="http://schemas.openxmlformats.org/drawingml/2006/main">
              <a:ext uri="{FF2B5EF4-FFF2-40B4-BE49-F238E27FC236}">
                <a16:creationId xmlns:a16="http://schemas.microsoft.com/office/drawing/2014/main" id="{AF1FD39F-187E-43D4-BB9E-8D2FDEE2D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6482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▦</a:t>
            </a:r>
          </a:p>
        </p:txBody>
      </p:sp>
      <p:sp>
        <p:nvSpPr>
          <p:cNvPr id="23" name="pathways-4-text-22">
            <a:extLst xmlns:a="http://schemas.openxmlformats.org/drawingml/2006/main">
              <a:ext uri="{FF2B5EF4-FFF2-40B4-BE49-F238E27FC236}">
                <a16:creationId xmlns:a16="http://schemas.microsoft.com/office/drawing/2014/main" id="{14D46650-CC53-4264-993D-85DADE92E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33400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Study Plan</a:t>
            </a:r>
          </a:p>
        </p:txBody>
      </p:sp>
      <p:sp>
        <p:nvSpPr>
          <p:cNvPr id="24" name="pathways-4-text-23">
            <a:extLst xmlns:a="http://schemas.openxmlformats.org/drawingml/2006/main">
              <a:ext uri="{FF2B5EF4-FFF2-40B4-BE49-F238E27FC236}">
                <a16:creationId xmlns:a16="http://schemas.microsoft.com/office/drawing/2014/main" id="{209869DA-BF29-4314-B7E2-BB303E8FA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7245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요일별 할 일</a:t>
            </a:r>
          </a:p>
        </p:txBody>
      </p:sp>
      <p:sp>
        <p:nvSpPr>
          <p:cNvPr id="25" name="pathways-4-panel-24">
            <a:extLst xmlns:a="http://schemas.openxmlformats.org/drawingml/2006/main">
              <a:ext uri="{FF2B5EF4-FFF2-40B4-BE49-F238E27FC236}">
                <a16:creationId xmlns:a16="http://schemas.microsoft.com/office/drawing/2014/main" id="{A8E4A35D-4281-4E26-B65D-961A8C31B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3862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ways-4-panel-25">
            <a:extLst xmlns:a="http://schemas.openxmlformats.org/drawingml/2006/main">
              <a:ext uri="{FF2B5EF4-FFF2-40B4-BE49-F238E27FC236}">
                <a16:creationId xmlns:a16="http://schemas.microsoft.com/office/drawing/2014/main" id="{71FFAB69-FCB1-4F6F-B3B8-0A6FD7F1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0862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ways-4-text-26">
            <a:extLst xmlns:a="http://schemas.openxmlformats.org/drawingml/2006/main">
              <a:ext uri="{FF2B5EF4-FFF2-40B4-BE49-F238E27FC236}">
                <a16:creationId xmlns:a16="http://schemas.microsoft.com/office/drawing/2014/main" id="{70665F53-1A72-448A-8E20-2672A1625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14337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28" name="pathways-4-text-27">
            <a:extLst xmlns:a="http://schemas.openxmlformats.org/drawingml/2006/main">
              <a:ext uri="{FF2B5EF4-FFF2-40B4-BE49-F238E27FC236}">
                <a16:creationId xmlns:a16="http://schemas.microsoft.com/office/drawing/2014/main" id="{4F0AE2AE-6017-4AAA-9C5C-6493D3BE8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46482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abc</a:t>
            </a:r>
          </a:p>
        </p:txBody>
      </p:sp>
      <p:sp>
        <p:nvSpPr>
          <p:cNvPr id="29" name="pathways-4-text-28">
            <a:extLst xmlns:a="http://schemas.openxmlformats.org/drawingml/2006/main">
              <a:ext uri="{FF2B5EF4-FFF2-40B4-BE49-F238E27FC236}">
                <a16:creationId xmlns:a16="http://schemas.microsoft.com/office/drawing/2014/main" id="{767AED20-ABB0-424C-AF6D-EE9FAF49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533400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Key Vocabulary</a:t>
            </a:r>
          </a:p>
        </p:txBody>
      </p:sp>
      <p:sp>
        <p:nvSpPr>
          <p:cNvPr id="30" name="pathways-4-text-29">
            <a:extLst xmlns:a="http://schemas.openxmlformats.org/drawingml/2006/main">
              <a:ext uri="{FF2B5EF4-FFF2-40B4-BE49-F238E27FC236}">
                <a16:creationId xmlns:a16="http://schemas.microsoft.com/office/drawing/2014/main" id="{FCEB1E97-BB63-447B-8E99-B9E94818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57245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단어 10개 + 음독</a:t>
            </a:r>
          </a:p>
        </p:txBody>
      </p:sp>
      <p:sp>
        <p:nvSpPr>
          <p:cNvPr id="31" name="pathways-4-panel-30">
            <a:extLst xmlns:a="http://schemas.openxmlformats.org/drawingml/2006/main">
              <a:ext uri="{FF2B5EF4-FFF2-40B4-BE49-F238E27FC236}">
                <a16:creationId xmlns:a16="http://schemas.microsoft.com/office/drawing/2014/main" id="{3557F496-5821-482D-ABE8-A7837EA5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23862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ways-4-panel-31">
            <a:extLst xmlns:a="http://schemas.openxmlformats.org/drawingml/2006/main">
              <a:ext uri="{FF2B5EF4-FFF2-40B4-BE49-F238E27FC236}">
                <a16:creationId xmlns:a16="http://schemas.microsoft.com/office/drawing/2014/main" id="{9A87A667-D9D4-483C-90A9-60A0AA9F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08622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ways-4-text-32">
            <a:extLst xmlns:a="http://schemas.openxmlformats.org/drawingml/2006/main">
              <a:ext uri="{FF2B5EF4-FFF2-40B4-BE49-F238E27FC236}">
                <a16:creationId xmlns:a16="http://schemas.microsoft.com/office/drawing/2014/main" id="{A1166F49-4D40-4779-B999-8D9E09B84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14337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34" name="pathways-4-text-33">
            <a:extLst xmlns:a="http://schemas.openxmlformats.org/drawingml/2006/main">
              <a:ext uri="{FF2B5EF4-FFF2-40B4-BE49-F238E27FC236}">
                <a16:creationId xmlns:a16="http://schemas.microsoft.com/office/drawing/2014/main" id="{7789BC00-B439-47D5-AE95-76B94E63C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464820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35" name="pathways-4-text-34">
            <a:extLst xmlns:a="http://schemas.openxmlformats.org/drawingml/2006/main">
              <a:ext uri="{FF2B5EF4-FFF2-40B4-BE49-F238E27FC236}">
                <a16:creationId xmlns:a16="http://schemas.microsoft.com/office/drawing/2014/main" id="{A90FBB17-1D89-41F7-A63A-A49690E8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3400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Thinking</a:t>
            </a:r>
          </a:p>
        </p:txBody>
      </p:sp>
      <p:sp>
        <p:nvSpPr>
          <p:cNvPr id="36" name="pathways-4-text-35">
            <a:extLst xmlns:a="http://schemas.openxmlformats.org/drawingml/2006/main">
              <a:ext uri="{FF2B5EF4-FFF2-40B4-BE49-F238E27FC236}">
                <a16:creationId xmlns:a16="http://schemas.microsoft.com/office/drawing/2014/main" id="{D85E8876-DBDC-4BDA-883B-2ED78BC7D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572452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읽은 것 → 내 생각</a:t>
            </a:r>
          </a:p>
        </p:txBody>
      </p:sp>
      <p:sp>
        <p:nvSpPr>
          <p:cNvPr id="37" name="pathways-4-panel-36">
            <a:extLst xmlns:a="http://schemas.openxmlformats.org/drawingml/2006/main">
              <a:ext uri="{FF2B5EF4-FFF2-40B4-BE49-F238E27FC236}">
                <a16:creationId xmlns:a16="http://schemas.microsoft.com/office/drawing/2014/main" id="{FB4E2AFB-AEF0-4A2F-A01B-CFCC0F681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0557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pathways-4-panel-37">
            <a:extLst xmlns:a="http://schemas.openxmlformats.org/drawingml/2006/main">
              <a:ext uri="{FF2B5EF4-FFF2-40B4-BE49-F238E27FC236}">
                <a16:creationId xmlns:a16="http://schemas.microsoft.com/office/drawing/2014/main" id="{15ED6436-BBA7-4AE4-8C3D-0D36B813D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63531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ways-4-text-38">
            <a:extLst xmlns:a="http://schemas.openxmlformats.org/drawingml/2006/main">
              <a:ext uri="{FF2B5EF4-FFF2-40B4-BE49-F238E27FC236}">
                <a16:creationId xmlns:a16="http://schemas.microsoft.com/office/drawing/2014/main" id="{4F49D868-93FE-4D32-86EC-EA01EF64C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4103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40" name="pathways-4-text-39">
            <a:extLst xmlns:a="http://schemas.openxmlformats.org/drawingml/2006/main">
              <a:ext uri="{FF2B5EF4-FFF2-40B4-BE49-F238E27FC236}">
                <a16:creationId xmlns:a16="http://schemas.microsoft.com/office/drawing/2014/main" id="{9C3A4CAA-1738-465A-96DB-7A7DAB320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69151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◎</a:t>
            </a:r>
          </a:p>
        </p:txBody>
      </p:sp>
      <p:sp>
        <p:nvSpPr>
          <p:cNvPr id="41" name="pathways-4-text-40">
            <a:extLst xmlns:a="http://schemas.openxmlformats.org/drawingml/2006/main">
              <a:ext uri="{FF2B5EF4-FFF2-40B4-BE49-F238E27FC236}">
                <a16:creationId xmlns:a16="http://schemas.microsoft.com/office/drawing/2014/main" id="{1FA79217-471F-49DF-A204-17045A580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60095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Mission</a:t>
            </a:r>
          </a:p>
        </p:txBody>
      </p:sp>
      <p:sp>
        <p:nvSpPr>
          <p:cNvPr id="42" name="pathways-4-text-41">
            <a:extLst xmlns:a="http://schemas.openxmlformats.org/drawingml/2006/main">
              <a:ext uri="{FF2B5EF4-FFF2-40B4-BE49-F238E27FC236}">
                <a16:creationId xmlns:a16="http://schemas.microsoft.com/office/drawing/2014/main" id="{C2DB690D-2DA1-4BB4-87CA-09E786AA8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9914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주제로 미션 해결</a:t>
            </a:r>
          </a:p>
        </p:txBody>
      </p:sp>
      <p:sp>
        <p:nvSpPr>
          <p:cNvPr id="43" name="pathways-4-panel-42">
            <a:extLst xmlns:a="http://schemas.openxmlformats.org/drawingml/2006/main">
              <a:ext uri="{FF2B5EF4-FFF2-40B4-BE49-F238E27FC236}">
                <a16:creationId xmlns:a16="http://schemas.microsoft.com/office/drawing/2014/main" id="{93AA33F4-2744-40A9-BC63-076ADFFD3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650557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pathways-4-panel-43">
            <a:extLst xmlns:a="http://schemas.openxmlformats.org/drawingml/2006/main">
              <a:ext uri="{FF2B5EF4-FFF2-40B4-BE49-F238E27FC236}">
                <a16:creationId xmlns:a16="http://schemas.microsoft.com/office/drawing/2014/main" id="{B7779BAD-B472-4DEC-9F40-CAF00BE82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63531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pathways-4-text-44">
            <a:extLst xmlns:a="http://schemas.openxmlformats.org/drawingml/2006/main">
              <a:ext uri="{FF2B5EF4-FFF2-40B4-BE49-F238E27FC236}">
                <a16:creationId xmlns:a16="http://schemas.microsoft.com/office/drawing/2014/main" id="{665901A1-F138-4123-9ED1-4C0B743EF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64103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46" name="pathways-4-text-45">
            <a:extLst xmlns:a="http://schemas.openxmlformats.org/drawingml/2006/main">
              <a:ext uri="{FF2B5EF4-FFF2-40B4-BE49-F238E27FC236}">
                <a16:creationId xmlns:a16="http://schemas.microsoft.com/office/drawing/2014/main" id="{EA41045C-A24F-44D5-95C9-59FE0D79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69151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47" name="pathways-4-text-46">
            <a:extLst xmlns:a="http://schemas.openxmlformats.org/drawingml/2006/main">
              <a:ext uri="{FF2B5EF4-FFF2-40B4-BE49-F238E27FC236}">
                <a16:creationId xmlns:a16="http://schemas.microsoft.com/office/drawing/2014/main" id="{70A3AA88-F03F-497B-857B-B6624494F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760095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Brainstorm</a:t>
            </a:r>
          </a:p>
        </p:txBody>
      </p:sp>
      <p:sp>
        <p:nvSpPr>
          <p:cNvPr id="48" name="pathways-4-text-47">
            <a:extLst xmlns:a="http://schemas.openxmlformats.org/drawingml/2006/main">
              <a:ext uri="{FF2B5EF4-FFF2-40B4-BE49-F238E27FC236}">
                <a16:creationId xmlns:a16="http://schemas.microsoft.com/office/drawing/2014/main" id="{EF22A959-DA55-4B1D-9961-7C92422C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9914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질문에 답하며 설계</a:t>
            </a:r>
          </a:p>
        </p:txBody>
      </p:sp>
      <p:sp>
        <p:nvSpPr>
          <p:cNvPr id="49" name="pathways-4-panel-48">
            <a:extLst xmlns:a="http://schemas.openxmlformats.org/drawingml/2006/main">
              <a:ext uri="{FF2B5EF4-FFF2-40B4-BE49-F238E27FC236}">
                <a16:creationId xmlns:a16="http://schemas.microsoft.com/office/drawing/2014/main" id="{540FF652-22D6-48E7-9E80-66D91800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6505575"/>
            <a:ext cx="2876550" cy="20002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pathways-4-panel-49">
            <a:extLst xmlns:a="http://schemas.openxmlformats.org/drawingml/2006/main">
              <a:ext uri="{FF2B5EF4-FFF2-40B4-BE49-F238E27FC236}">
                <a16:creationId xmlns:a16="http://schemas.microsoft.com/office/drawing/2014/main" id="{6CE31EA2-7B71-479D-9340-16F071BB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6353175"/>
            <a:ext cx="4191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5B92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pathways-4-text-50">
            <a:extLst xmlns:a="http://schemas.openxmlformats.org/drawingml/2006/main">
              <a:ext uri="{FF2B5EF4-FFF2-40B4-BE49-F238E27FC236}">
                <a16:creationId xmlns:a16="http://schemas.microsoft.com/office/drawing/2014/main" id="{AE55F3FD-3134-4F33-B196-9ECEBE607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410325"/>
            <a:ext cx="19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52" name="pathways-4-text-51">
            <a:extLst xmlns:a="http://schemas.openxmlformats.org/drawingml/2006/main">
              <a:ext uri="{FF2B5EF4-FFF2-40B4-BE49-F238E27FC236}">
                <a16:creationId xmlns:a16="http://schemas.microsoft.com/office/drawing/2014/main" id="{76AE5B5D-F574-4CF0-A2EB-60CA5B9C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925" y="6915150"/>
            <a:ext cx="24003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pPr>
            <a:r>
              <a:rPr sz="32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rPr>
              <a:t>✎</a:t>
            </a:r>
          </a:p>
        </p:txBody>
      </p:sp>
      <p:sp>
        <p:nvSpPr>
          <p:cNvPr id="53" name="pathways-4-text-52">
            <a:extLst xmlns:a="http://schemas.openxmlformats.org/drawingml/2006/main">
              <a:ext uri="{FF2B5EF4-FFF2-40B4-BE49-F238E27FC236}">
                <a16:creationId xmlns:a16="http://schemas.microsoft.com/office/drawing/2014/main" id="{46ED408A-B73E-4991-9B71-7243F93FF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7600950"/>
            <a:ext cx="26098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Final Essay</a:t>
            </a:r>
          </a:p>
        </p:txBody>
      </p:sp>
      <p:sp>
        <p:nvSpPr>
          <p:cNvPr id="54" name="pathways-4-text-53">
            <a:extLst xmlns:a="http://schemas.openxmlformats.org/drawingml/2006/main">
              <a:ext uri="{FF2B5EF4-FFF2-40B4-BE49-F238E27FC236}">
                <a16:creationId xmlns:a16="http://schemas.microsoft.com/office/drawing/2014/main" id="{38675368-B9AA-429D-ACAC-0B1B94065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7991475"/>
            <a:ext cx="2590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D6D2EC"/>
                </a:solidFill>
                <a:latin typeface="Malgun Gothic"/>
                <a:ea typeface="Malgun Gothic"/>
                <a:cs typeface="Malgun Gothic"/>
              </a:rPr>
              <a:t>글 완성 + 피드백</a:t>
            </a:r>
          </a:p>
        </p:txBody>
      </p:sp>
      <p:sp>
        <p:nvSpPr>
          <p:cNvPr id="55" name="pathways-4-panel-54">
            <a:extLst xmlns:a="http://schemas.openxmlformats.org/drawingml/2006/main">
              <a:ext uri="{FF2B5EF4-FFF2-40B4-BE49-F238E27FC236}">
                <a16:creationId xmlns:a16="http://schemas.microsoft.com/office/drawing/2014/main" id="{C6E51070-8D63-4210-91CB-AD57CA1A5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8763000"/>
            <a:ext cx="1162050" cy="16192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97C0A6-AA8A-4B69-9B6B-5D810A7AA31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7f7cd39de54918"/>
          <a:srcRect xmlns:a="http://schemas.openxmlformats.org/drawingml/2006/main" l="14634" t="0" r="14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838325" y="8791575"/>
            <a:ext cx="1104900" cy="1562100"/>
          </a:xfrm>
          <a:prstGeom xmlns:a="http://schemas.openxmlformats.org/drawingml/2006/main" prst="rect">
            <a:avLst/>
          </a:prstGeom>
        </p:spPr>
      </p:pic>
      <p:sp>
        <p:nvSpPr>
          <p:cNvPr id="57" name="pathways-4-text-56">
            <a:extLst xmlns:a="http://schemas.openxmlformats.org/drawingml/2006/main">
              <a:ext uri="{FF2B5EF4-FFF2-40B4-BE49-F238E27FC236}">
                <a16:creationId xmlns:a16="http://schemas.microsoft.com/office/drawing/2014/main" id="{C50342F8-E78F-41FE-8DBA-8A1AB37BD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900112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58" name="pathways-4-text-57">
            <a:extLst xmlns:a="http://schemas.openxmlformats.org/drawingml/2006/main">
              <a:ext uri="{FF2B5EF4-FFF2-40B4-BE49-F238E27FC236}">
                <a16:creationId xmlns:a16="http://schemas.microsoft.com/office/drawing/2014/main" id="{3337A3C4-9BE1-470A-8967-AF8CEAEC0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95726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자료 1</a:t>
            </a:r>
          </a:p>
        </p:txBody>
      </p:sp>
      <p:sp>
        <p:nvSpPr>
          <p:cNvPr id="59" name="pathways-4-panel-58">
            <a:extLst xmlns:a="http://schemas.openxmlformats.org/drawingml/2006/main">
              <a:ext uri="{FF2B5EF4-FFF2-40B4-BE49-F238E27FC236}">
                <a16:creationId xmlns:a16="http://schemas.microsoft.com/office/drawing/2014/main" id="{5A3660C5-A974-4C5B-AEED-BCA71C942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8763000"/>
            <a:ext cx="1162050" cy="16192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809B85E-E3EF-4FB9-AFBB-B1565E84624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babef58155413e"/>
          <a:srcRect xmlns:a="http://schemas.openxmlformats.org/drawingml/2006/main" l="14634" t="0" r="14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219450" y="8791575"/>
            <a:ext cx="1104900" cy="1562100"/>
          </a:xfrm>
          <a:prstGeom xmlns:a="http://schemas.openxmlformats.org/drawingml/2006/main" prst="rect">
            <a:avLst/>
          </a:prstGeom>
        </p:spPr>
      </p:pic>
      <p:sp>
        <p:nvSpPr>
          <p:cNvPr id="61" name="pathways-4-text-60">
            <a:extLst xmlns:a="http://schemas.openxmlformats.org/drawingml/2006/main">
              <a:ext uri="{FF2B5EF4-FFF2-40B4-BE49-F238E27FC236}">
                <a16:creationId xmlns:a16="http://schemas.microsoft.com/office/drawing/2014/main" id="{E56EE9D6-773C-46FC-9EE9-C5CBBD69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900112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62" name="pathways-4-text-61">
            <a:extLst xmlns:a="http://schemas.openxmlformats.org/drawingml/2006/main">
              <a:ext uri="{FF2B5EF4-FFF2-40B4-BE49-F238E27FC236}">
                <a16:creationId xmlns:a16="http://schemas.microsoft.com/office/drawing/2014/main" id="{8CC9D4F8-5561-47FD-962B-793DDF59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95726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자료 2</a:t>
            </a:r>
          </a:p>
        </p:txBody>
      </p:sp>
      <p:sp>
        <p:nvSpPr>
          <p:cNvPr id="63" name="pathways-4-panel-62">
            <a:extLst xmlns:a="http://schemas.openxmlformats.org/drawingml/2006/main">
              <a:ext uri="{FF2B5EF4-FFF2-40B4-BE49-F238E27FC236}">
                <a16:creationId xmlns:a16="http://schemas.microsoft.com/office/drawing/2014/main" id="{053998B2-68CF-4EC1-ABB8-271F534C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763000"/>
            <a:ext cx="1162050" cy="16192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FD88E420-4B03-432C-8E58-ECABF09E12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2186e6d2864539"/>
          <a:srcRect xmlns:a="http://schemas.openxmlformats.org/drawingml/2006/main" l="14634" t="0" r="14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00575" y="8791575"/>
            <a:ext cx="1104900" cy="1562100"/>
          </a:xfrm>
          <a:prstGeom xmlns:a="http://schemas.openxmlformats.org/drawingml/2006/main" prst="rect">
            <a:avLst/>
          </a:prstGeom>
        </p:spPr>
      </p:pic>
      <p:sp>
        <p:nvSpPr>
          <p:cNvPr id="65" name="pathways-4-text-64">
            <a:extLst xmlns:a="http://schemas.openxmlformats.org/drawingml/2006/main">
              <a:ext uri="{FF2B5EF4-FFF2-40B4-BE49-F238E27FC236}">
                <a16:creationId xmlns:a16="http://schemas.microsoft.com/office/drawing/2014/main" id="{D4D38AB6-39FD-4ACE-9957-C68B2900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900112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66" name="pathways-4-text-65">
            <a:extLst xmlns:a="http://schemas.openxmlformats.org/drawingml/2006/main">
              <a:ext uri="{FF2B5EF4-FFF2-40B4-BE49-F238E27FC236}">
                <a16:creationId xmlns:a16="http://schemas.microsoft.com/office/drawing/2014/main" id="{C4047C73-2031-4DB3-80D8-589B0DDF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95726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자료 3</a:t>
            </a:r>
          </a:p>
        </p:txBody>
      </p:sp>
      <p:sp>
        <p:nvSpPr>
          <p:cNvPr id="67" name="pathways-4-panel-66">
            <a:extLst xmlns:a="http://schemas.openxmlformats.org/drawingml/2006/main">
              <a:ext uri="{FF2B5EF4-FFF2-40B4-BE49-F238E27FC236}">
                <a16:creationId xmlns:a16="http://schemas.microsoft.com/office/drawing/2014/main" id="{59EA5A7C-3EB0-4FA4-A07E-B0E1EC4A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8763000"/>
            <a:ext cx="1162050" cy="16192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A9F4AAE-2835-42C9-801D-11FB36DFF4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78dc2608e24508"/>
          <a:srcRect xmlns:a="http://schemas.openxmlformats.org/drawingml/2006/main" l="14634" t="0" r="14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81700" y="8791575"/>
            <a:ext cx="1104900" cy="1562100"/>
          </a:xfrm>
          <a:prstGeom xmlns:a="http://schemas.openxmlformats.org/drawingml/2006/main" prst="rect">
            <a:avLst/>
          </a:prstGeom>
        </p:spPr>
      </p:pic>
      <p:sp>
        <p:nvSpPr>
          <p:cNvPr id="69" name="pathways-4-text-68">
            <a:extLst xmlns:a="http://schemas.openxmlformats.org/drawingml/2006/main">
              <a:ext uri="{FF2B5EF4-FFF2-40B4-BE49-F238E27FC236}">
                <a16:creationId xmlns:a16="http://schemas.microsoft.com/office/drawing/2014/main" id="{41B2704B-CA1B-47CB-9BF3-5CCEEE914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53125" y="900112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70" name="pathways-4-text-69">
            <a:extLst xmlns:a="http://schemas.openxmlformats.org/drawingml/2006/main">
              <a:ext uri="{FF2B5EF4-FFF2-40B4-BE49-F238E27FC236}">
                <a16:creationId xmlns:a16="http://schemas.microsoft.com/office/drawing/2014/main" id="{D6004ABF-64B7-4EC0-9FAB-F12AF850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95726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자료 4</a:t>
            </a:r>
          </a:p>
        </p:txBody>
      </p:sp>
      <p:sp>
        <p:nvSpPr>
          <p:cNvPr id="71" name="pathways-4-panel-70">
            <a:extLst xmlns:a="http://schemas.openxmlformats.org/drawingml/2006/main">
              <a:ext uri="{FF2B5EF4-FFF2-40B4-BE49-F238E27FC236}">
                <a16:creationId xmlns:a16="http://schemas.microsoft.com/office/drawing/2014/main" id="{D1DE4E6F-00BF-466F-8BAC-C7348E74A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8763000"/>
            <a:ext cx="1162050" cy="1619250"/>
          </a:xfrm>
          <a:prstGeom xmlns:a="http://schemas.openxmlformats.org/drawingml/2006/main" prst="roundRect">
            <a:avLst>
              <a:gd name="adj" fmla="val 13115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90F7325-829F-421C-A341-5FF8D9193A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b6ce7c71504284"/>
          <a:srcRect xmlns:a="http://schemas.openxmlformats.org/drawingml/2006/main" l="14634" t="0" r="146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62825" y="8791575"/>
            <a:ext cx="1104900" cy="1562100"/>
          </a:xfrm>
          <a:prstGeom xmlns:a="http://schemas.openxmlformats.org/drawingml/2006/main" prst="rect">
            <a:avLst/>
          </a:prstGeom>
        </p:spPr>
      </p:pic>
      <p:sp>
        <p:nvSpPr>
          <p:cNvPr id="73" name="pathways-4-text-72">
            <a:extLst xmlns:a="http://schemas.openxmlformats.org/drawingml/2006/main">
              <a:ext uri="{FF2B5EF4-FFF2-40B4-BE49-F238E27FC236}">
                <a16:creationId xmlns:a16="http://schemas.microsoft.com/office/drawing/2014/main" id="{4B2AC64F-069F-4CBF-B206-A6D4B655C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9001125"/>
            <a:ext cx="11620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74" name="pathways-4-text-73">
            <a:extLst xmlns:a="http://schemas.openxmlformats.org/drawingml/2006/main">
              <a:ext uri="{FF2B5EF4-FFF2-40B4-BE49-F238E27FC236}">
                <a16:creationId xmlns:a16="http://schemas.microsoft.com/office/drawing/2014/main" id="{0FA2B702-694C-4E38-B01A-C10F1EC20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9572625"/>
            <a:ext cx="8763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자료 5</a:t>
            </a:r>
          </a:p>
        </p:txBody>
      </p:sp>
      <p:sp>
        <p:nvSpPr>
          <p:cNvPr id="75" name="pathways-4-panel-74">
            <a:extLst xmlns:a="http://schemas.openxmlformats.org/drawingml/2006/main">
              <a:ext uri="{FF2B5EF4-FFF2-40B4-BE49-F238E27FC236}">
                <a16:creationId xmlns:a16="http://schemas.microsoft.com/office/drawing/2014/main" id="{C56D3A23-245E-495C-8DBB-86873D700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572750"/>
            <a:ext cx="8991600" cy="695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pathways-4-text-75">
            <a:extLst xmlns:a="http://schemas.openxmlformats.org/drawingml/2006/main">
              <a:ext uri="{FF2B5EF4-FFF2-40B4-BE49-F238E27FC236}">
                <a16:creationId xmlns:a16="http://schemas.microsoft.com/office/drawing/2014/main" id="{3863063D-BE0F-4213-B91F-CB61256E0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0629900"/>
            <a:ext cx="8763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에세이 주 ↔ 토론 주</a:t>
            </a:r>
          </a:p>
        </p:txBody>
      </p:sp>
      <p:sp>
        <p:nvSpPr>
          <p:cNvPr id="77" name="pathways-4-panel-76">
            <a:extLst xmlns:a="http://schemas.openxmlformats.org/drawingml/2006/main">
              <a:ext uri="{FF2B5EF4-FFF2-40B4-BE49-F238E27FC236}">
                <a16:creationId xmlns:a16="http://schemas.microsoft.com/office/drawing/2014/main" id="{9A53F32E-8E35-4587-911D-06438A8B4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401425"/>
            <a:ext cx="8991600" cy="6953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CEBF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8" name="pathways-4-text-77">
            <a:extLst xmlns:a="http://schemas.openxmlformats.org/drawingml/2006/main">
              <a:ext uri="{FF2B5EF4-FFF2-40B4-BE49-F238E27FC236}">
                <a16:creationId xmlns:a16="http://schemas.microsoft.com/office/drawing/2014/main" id="{DC8C3D28-5383-4FA3-8BE0-E81131BF4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58575"/>
            <a:ext cx="87630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생각은 한글로, 글은 영어로!</a:t>
            </a:r>
          </a:p>
        </p:txBody>
      </p:sp>
      <p:sp>
        <p:nvSpPr>
          <p:cNvPr id="79" name="pathways-4-panel-78">
            <a:extLst xmlns:a="http://schemas.openxmlformats.org/drawingml/2006/main">
              <a:ext uri="{FF2B5EF4-FFF2-40B4-BE49-F238E27FC236}">
                <a16:creationId xmlns:a16="http://schemas.microsoft.com/office/drawing/2014/main" id="{68184D9D-4452-4369-9C51-5B439C6D1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pathways-4-panel-79">
            <a:extLst xmlns:a="http://schemas.openxmlformats.org/drawingml/2006/main">
              <a:ext uri="{FF2B5EF4-FFF2-40B4-BE49-F238E27FC236}">
                <a16:creationId xmlns:a16="http://schemas.microsoft.com/office/drawing/2014/main" id="{19E0B92D-3E52-4DBA-81F7-BB53E5F1C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1" name="pathways-4-text-80">
            <a:extLst xmlns:a="http://schemas.openxmlformats.org/drawingml/2006/main">
              <a:ext uri="{FF2B5EF4-FFF2-40B4-BE49-F238E27FC236}">
                <a16:creationId xmlns:a16="http://schemas.microsoft.com/office/drawing/2014/main" id="{798C3F0C-AAA1-4813-A673-7DBC2BF48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톡톡잉글리쉬 원격학원 (제3271호) · @talktalkenglish_online</a:t>
            </a:r>
          </a:p>
        </p:txBody>
      </p:sp>
    </p:spTree>
    <p:extLst>
      <p:ext uri="{BB962C8B-B14F-4D97-AF65-F5344CB8AC3E}">
        <p14:creationId xmlns:p14="http://schemas.microsoft.com/office/powerpoint/2010/main" val="168440336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pathways-5-panel-0">
            <a:extLst xmlns:a="http://schemas.openxmlformats.org/drawingml/2006/main">
              <a:ext uri="{FF2B5EF4-FFF2-40B4-BE49-F238E27FC236}">
                <a16:creationId xmlns:a16="http://schemas.microsoft.com/office/drawing/2014/main" id="{9136E259-5260-4728-B542-C89C5476A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5-text-1">
            <a:extLst xmlns:a="http://schemas.openxmlformats.org/drawingml/2006/main">
              <a:ext uri="{FF2B5EF4-FFF2-40B4-BE49-F238E27FC236}">
                <a16:creationId xmlns:a16="http://schemas.microsoft.com/office/drawing/2014/main" id="{435AC3B9-C7B9-4AB9-B8F2-787483BD0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5-text-2">
            <a:extLst xmlns:a="http://schemas.openxmlformats.org/drawingml/2006/main">
              <a:ext uri="{FF2B5EF4-FFF2-40B4-BE49-F238E27FC236}">
                <a16:creationId xmlns:a16="http://schemas.microsoft.com/office/drawing/2014/main" id="{6D23A08E-BD6B-407F-9858-E5529B5A2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톡톡잉글리쉬 · Pathways 영어논술</a:t>
            </a:r>
          </a:p>
        </p:txBody>
      </p:sp>
      <p:sp>
        <p:nvSpPr>
          <p:cNvPr id="4" name="pathways-5-text-3">
            <a:extLst xmlns:a="http://schemas.openxmlformats.org/drawingml/2006/main">
              <a:ext uri="{FF2B5EF4-FFF2-40B4-BE49-F238E27FC236}">
                <a16:creationId xmlns:a16="http://schemas.microsoft.com/office/drawing/2014/main" id="{B604655D-6A31-4B47-B00E-8DAF55433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5-panel-4">
            <a:extLst xmlns:a="http://schemas.openxmlformats.org/drawingml/2006/main">
              <a:ext uri="{FF2B5EF4-FFF2-40B4-BE49-F238E27FC236}">
                <a16:creationId xmlns:a16="http://schemas.microsoft.com/office/drawing/2014/main" id="{63AAE940-B6B2-4832-8DC9-6698F91A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5-panel-5">
            <a:extLst xmlns:a="http://schemas.openxmlformats.org/drawingml/2006/main">
              <a:ext uri="{FF2B5EF4-FFF2-40B4-BE49-F238E27FC236}">
                <a16:creationId xmlns:a16="http://schemas.microsoft.com/office/drawing/2014/main" id="{9CBFB1D5-0EBB-4F7C-A2C1-1A4D63CA2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5-panel-6">
            <a:extLst xmlns:a="http://schemas.openxmlformats.org/drawingml/2006/main">
              <a:ext uri="{FF2B5EF4-FFF2-40B4-BE49-F238E27FC236}">
                <a16:creationId xmlns:a16="http://schemas.microsoft.com/office/drawing/2014/main" id="{E6B29CD3-90F3-4021-B07B-B48175BB4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5-panel-7">
            <a:extLst xmlns:a="http://schemas.openxmlformats.org/drawingml/2006/main">
              <a:ext uri="{FF2B5EF4-FFF2-40B4-BE49-F238E27FC236}">
                <a16:creationId xmlns:a16="http://schemas.microsoft.com/office/drawing/2014/main" id="{901F1D96-5C13-4645-B1C4-C8CA7CB11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5-panel-8">
            <a:extLst xmlns:a="http://schemas.openxmlformats.org/drawingml/2006/main">
              <a:ext uri="{FF2B5EF4-FFF2-40B4-BE49-F238E27FC236}">
                <a16:creationId xmlns:a16="http://schemas.microsoft.com/office/drawing/2014/main" id="{9F419DFA-B03D-4096-A2D9-98AA715C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5-panel-9">
            <a:extLst xmlns:a="http://schemas.openxmlformats.org/drawingml/2006/main">
              <a:ext uri="{FF2B5EF4-FFF2-40B4-BE49-F238E27FC236}">
                <a16:creationId xmlns:a16="http://schemas.microsoft.com/office/drawing/2014/main" id="{D095624E-4FB3-4A76-BB60-6BBE59AC3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5-panel-10">
            <a:extLst xmlns:a="http://schemas.openxmlformats.org/drawingml/2006/main">
              <a:ext uri="{FF2B5EF4-FFF2-40B4-BE49-F238E27FC236}">
                <a16:creationId xmlns:a16="http://schemas.microsoft.com/office/drawing/2014/main" id="{1BB7040C-124C-41EB-91F1-833F3B17D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5-panel-11">
            <a:extLst xmlns:a="http://schemas.openxmlformats.org/drawingml/2006/main">
              <a:ext uri="{FF2B5EF4-FFF2-40B4-BE49-F238E27FC236}">
                <a16:creationId xmlns:a16="http://schemas.microsoft.com/office/drawing/2014/main" id="{0AD6B1EB-6864-4324-8A34-29F885A6F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5-panel-12">
            <a:extLst xmlns:a="http://schemas.openxmlformats.org/drawingml/2006/main">
              <a:ext uri="{FF2B5EF4-FFF2-40B4-BE49-F238E27FC236}">
                <a16:creationId xmlns:a16="http://schemas.microsoft.com/office/drawing/2014/main" id="{5D8D8F3C-4D1E-4178-9716-575F6D4DC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4003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5-panel-13">
            <a:extLst xmlns:a="http://schemas.openxmlformats.org/drawingml/2006/main">
              <a:ext uri="{FF2B5EF4-FFF2-40B4-BE49-F238E27FC236}">
                <a16:creationId xmlns:a16="http://schemas.microsoft.com/office/drawing/2014/main" id="{84A6FDB5-BBC5-4D66-897C-12ACFD804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28600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5-text-14">
            <a:extLst xmlns:a="http://schemas.openxmlformats.org/drawingml/2006/main">
              <a:ext uri="{FF2B5EF4-FFF2-40B4-BE49-F238E27FC236}">
                <a16:creationId xmlns:a16="http://schemas.microsoft.com/office/drawing/2014/main" id="{D19225F7-AF87-4584-81FB-6200601B6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3431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4</a:t>
            </a:r>
          </a:p>
        </p:txBody>
      </p:sp>
      <p:sp>
        <p:nvSpPr>
          <p:cNvPr id="16" name="pathways-5-text-15">
            <a:extLst xmlns:a="http://schemas.openxmlformats.org/drawingml/2006/main">
              <a:ext uri="{FF2B5EF4-FFF2-40B4-BE49-F238E27FC236}">
                <a16:creationId xmlns:a16="http://schemas.microsoft.com/office/drawing/2014/main" id="{603FDE67-414E-44A2-BF40-08F438CF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99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주절주절은 그만</a:t>
            </a:r>
          </a:p>
        </p:txBody>
      </p:sp>
      <p:sp>
        <p:nvSpPr>
          <p:cNvPr id="17" name="pathways-5-text-16">
            <a:extLst xmlns:a="http://schemas.openxmlformats.org/drawingml/2006/main">
              <a:ext uri="{FF2B5EF4-FFF2-40B4-BE49-F238E27FC236}">
                <a16:creationId xmlns:a16="http://schemas.microsoft.com/office/drawing/2014/main" id="{3B101EBB-1507-4A19-9935-1ABB2598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58140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막연한 문장은</a:t>
            </a:r>
          </a:p>
        </p:txBody>
      </p:sp>
      <p:sp>
        <p:nvSpPr>
          <p:cNvPr id="18" name="pathways-5-text-17">
            <a:extLst xmlns:a="http://schemas.openxmlformats.org/drawingml/2006/main">
              <a:ext uri="{FF2B5EF4-FFF2-40B4-BE49-F238E27FC236}">
                <a16:creationId xmlns:a16="http://schemas.microsoft.com/office/drawing/2014/main" id="{3F1E36F5-478B-4A73-B83D-A9372D036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434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돌려보내요</a:t>
            </a:r>
          </a:p>
        </p:txBody>
      </p:sp>
      <p:sp>
        <p:nvSpPr>
          <p:cNvPr id="19" name="pathways-5-panel-18">
            <a:extLst xmlns:a="http://schemas.openxmlformats.org/drawingml/2006/main">
              <a:ext uri="{FF2B5EF4-FFF2-40B4-BE49-F238E27FC236}">
                <a16:creationId xmlns:a16="http://schemas.microsoft.com/office/drawing/2014/main" id="{9AA9EB16-4020-48AB-84E1-988E23ED1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314950"/>
            <a:ext cx="8991600" cy="22860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ways-5-panel-19">
            <a:extLst xmlns:a="http://schemas.openxmlformats.org/drawingml/2006/main">
              <a:ext uri="{FF2B5EF4-FFF2-40B4-BE49-F238E27FC236}">
                <a16:creationId xmlns:a16="http://schemas.microsoft.com/office/drawing/2014/main" id="{64F2A94E-8647-4BE6-ABA8-3B9600E33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67375"/>
            <a:ext cx="200025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4D5DC"/>
            </a:solidFill>
            <a:prstDash val="solid"/>
          </a:ln>
        </p:spPr>
      </p:sp>
      <p:sp>
        <p:nvSpPr>
          <p:cNvPr id="21" name="pathways-5-text-20">
            <a:extLst xmlns:a="http://schemas.openxmlformats.org/drawingml/2006/main">
              <a:ext uri="{FF2B5EF4-FFF2-40B4-BE49-F238E27FC236}">
                <a16:creationId xmlns:a16="http://schemas.microsoft.com/office/drawing/2014/main" id="{E77FB635-9AA2-4046-ABD0-07D1CB3F5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57912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rPr>
              <a:t>Be careful.</a:t>
            </a:r>
          </a:p>
        </p:txBody>
      </p:sp>
      <p:sp>
        <p:nvSpPr>
          <p:cNvPr id="22" name="pathways-5-panel-21">
            <a:extLst xmlns:a="http://schemas.openxmlformats.org/drawingml/2006/main">
              <a:ext uri="{FF2B5EF4-FFF2-40B4-BE49-F238E27FC236}">
                <a16:creationId xmlns:a16="http://schemas.microsoft.com/office/drawing/2014/main" id="{8804E989-CC86-49DF-9B11-1A9B4854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59721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4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ways-5-panel-22">
            <a:extLst xmlns:a="http://schemas.openxmlformats.org/drawingml/2006/main">
              <a:ext uri="{FF2B5EF4-FFF2-40B4-BE49-F238E27FC236}">
                <a16:creationId xmlns:a16="http://schemas.microsoft.com/office/drawing/2014/main" id="{6EAAC76A-2FED-4859-949D-CC465EB46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667375"/>
            <a:ext cx="200025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4D5DC"/>
            </a:solidFill>
            <a:prstDash val="solid"/>
          </a:ln>
        </p:spPr>
      </p:sp>
      <p:sp>
        <p:nvSpPr>
          <p:cNvPr id="24" name="pathways-5-text-23">
            <a:extLst xmlns:a="http://schemas.openxmlformats.org/drawingml/2006/main">
              <a:ext uri="{FF2B5EF4-FFF2-40B4-BE49-F238E27FC236}">
                <a16:creationId xmlns:a16="http://schemas.microsoft.com/office/drawing/2014/main" id="{7DA9C0F3-8A18-4405-94AC-4EF0064A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7175" y="5791200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rPr>
              <a:t>Shop well.</a:t>
            </a:r>
          </a:p>
        </p:txBody>
      </p:sp>
      <p:sp>
        <p:nvSpPr>
          <p:cNvPr id="25" name="pathways-5-panel-24">
            <a:extLst xmlns:a="http://schemas.openxmlformats.org/drawingml/2006/main">
              <a:ext uri="{FF2B5EF4-FFF2-40B4-BE49-F238E27FC236}">
                <a16:creationId xmlns:a16="http://schemas.microsoft.com/office/drawing/2014/main" id="{EDFA6557-5A62-40A4-A36C-BC4971A1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972175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4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ways-5-panel-25">
            <a:extLst xmlns:a="http://schemas.openxmlformats.org/drawingml/2006/main">
              <a:ext uri="{FF2B5EF4-FFF2-40B4-BE49-F238E27FC236}">
                <a16:creationId xmlns:a16="http://schemas.microsoft.com/office/drawing/2014/main" id="{44885701-179F-4DC6-A60D-B056D742F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667375"/>
            <a:ext cx="257175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4D5DC"/>
            </a:solidFill>
            <a:prstDash val="solid"/>
          </a:ln>
        </p:spPr>
      </p:sp>
      <p:sp>
        <p:nvSpPr>
          <p:cNvPr id="27" name="pathways-5-text-26">
            <a:extLst xmlns:a="http://schemas.openxmlformats.org/drawingml/2006/main">
              <a:ext uri="{FF2B5EF4-FFF2-40B4-BE49-F238E27FC236}">
                <a16:creationId xmlns:a16="http://schemas.microsoft.com/office/drawing/2014/main" id="{E9147168-565F-400E-BB84-EEDC570F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5791200"/>
            <a:ext cx="2438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rPr>
              <a:t>Just be smart.</a:t>
            </a:r>
          </a:p>
        </p:txBody>
      </p:sp>
      <p:sp>
        <p:nvSpPr>
          <p:cNvPr id="28" name="pathways-5-panel-27">
            <a:extLst xmlns:a="http://schemas.openxmlformats.org/drawingml/2006/main">
              <a:ext uri="{FF2B5EF4-FFF2-40B4-BE49-F238E27FC236}">
                <a16:creationId xmlns:a16="http://schemas.microsoft.com/office/drawing/2014/main" id="{9521A570-AB75-4C5A-9AEA-258021582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972175"/>
            <a:ext cx="21907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4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ways-5-panel-28">
            <a:extLst xmlns:a="http://schemas.openxmlformats.org/drawingml/2006/main">
              <a:ext uri="{FF2B5EF4-FFF2-40B4-BE49-F238E27FC236}">
                <a16:creationId xmlns:a16="http://schemas.microsoft.com/office/drawing/2014/main" id="{8CA2870F-A003-4EAC-BBDC-337ED1338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572250"/>
            <a:ext cx="2000250" cy="619125"/>
          </a:xfrm>
          <a:prstGeom xmlns:a="http://schemas.openxmlformats.org/drawingml/2006/main" prst="roundRect">
            <a:avLst>
              <a:gd name="adj" fmla="val 2461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D4D5DC"/>
            </a:solidFill>
            <a:prstDash val="solid"/>
          </a:ln>
        </p:spPr>
      </p:sp>
      <p:sp>
        <p:nvSpPr>
          <p:cNvPr id="30" name="pathways-5-text-29">
            <a:extLst xmlns:a="http://schemas.openxmlformats.org/drawingml/2006/main">
              <a:ext uri="{FF2B5EF4-FFF2-40B4-BE49-F238E27FC236}">
                <a16:creationId xmlns:a16="http://schemas.microsoft.com/office/drawing/2014/main" id="{E7DF7C5B-218F-4585-837C-FCAFF469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7675" y="6696075"/>
            <a:ext cx="186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989CA6"/>
                </a:solidFill>
                <a:latin typeface="Malgun Gothic"/>
                <a:ea typeface="Malgun Gothic"/>
                <a:cs typeface="Malgun Gothic"/>
              </a:rPr>
              <a:t>It is good.</a:t>
            </a:r>
          </a:p>
        </p:txBody>
      </p:sp>
      <p:sp>
        <p:nvSpPr>
          <p:cNvPr id="31" name="pathways-5-panel-30">
            <a:extLst xmlns:a="http://schemas.openxmlformats.org/drawingml/2006/main">
              <a:ext uri="{FF2B5EF4-FFF2-40B4-BE49-F238E27FC236}">
                <a16:creationId xmlns:a16="http://schemas.microsoft.com/office/drawing/2014/main" id="{4FB45A7E-CAE3-41F1-A830-6CBFC699F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87705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403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ways-5-panel-31">
            <a:extLst xmlns:a="http://schemas.openxmlformats.org/drawingml/2006/main">
              <a:ext uri="{FF2B5EF4-FFF2-40B4-BE49-F238E27FC236}">
                <a16:creationId xmlns:a16="http://schemas.microsoft.com/office/drawing/2014/main" id="{30F16D33-3850-4D8C-8196-B916394CB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334250"/>
            <a:ext cx="4552950" cy="628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ways-5-text-32">
            <a:extLst xmlns:a="http://schemas.openxmlformats.org/drawingml/2006/main">
              <a:ext uri="{FF2B5EF4-FFF2-40B4-BE49-F238E27FC236}">
                <a16:creationId xmlns:a16="http://schemas.microsoft.com/office/drawing/2014/main" id="{B10BDD8A-8161-4E17-A151-2DABB642D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7391400"/>
            <a:ext cx="43243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C93830"/>
                </a:solidFill>
                <a:latin typeface="Malgun Gothic"/>
                <a:ea typeface="Malgun Gothic"/>
                <a:cs typeface="Malgun Gothic"/>
              </a:rPr>
              <a:t>TOO VAGUE · SENT BACK</a:t>
            </a:r>
          </a:p>
        </p:txBody>
      </p:sp>
      <p:sp>
        <p:nvSpPr>
          <p:cNvPr id="34" name="pathways-5-text-33">
            <a:extLst xmlns:a="http://schemas.openxmlformats.org/drawingml/2006/main">
              <a:ext uri="{FF2B5EF4-FFF2-40B4-BE49-F238E27FC236}">
                <a16:creationId xmlns:a16="http://schemas.microsoft.com/office/drawing/2014/main" id="{BED4B4B8-8395-40CE-9C1E-59D0F26D7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8001000"/>
            <a:ext cx="1143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defRPr>
            </a:pPr>
            <a:r>
              <a:rPr sz="3750" b="0">
                <a:solidFill>
                  <a:srgbClr val="B6B9C3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</p:txBody>
      </p:sp>
      <p:sp>
        <p:nvSpPr>
          <p:cNvPr id="35" name="pathways-5-panel-34">
            <a:extLst xmlns:a="http://schemas.openxmlformats.org/drawingml/2006/main">
              <a:ext uri="{FF2B5EF4-FFF2-40B4-BE49-F238E27FC236}">
                <a16:creationId xmlns:a16="http://schemas.microsoft.com/office/drawing/2014/main" id="{398D50EF-D904-4829-8FAB-C3ED5FEFEE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686800"/>
            <a:ext cx="8991600" cy="2238375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ECEBF7"/>
          </a:solidFill>
          <a:ln xmlns:a="http://schemas.openxmlformats.org/drawingml/2006/main" w="28575">
            <a:solidFill>
              <a:srgbClr val="302963"/>
            </a:solidFill>
            <a:prstDash val="solid"/>
          </a:ln>
        </p:spPr>
      </p:sp>
      <p:sp>
        <p:nvSpPr>
          <p:cNvPr id="36" name="pathways-5-text-35">
            <a:extLst xmlns:a="http://schemas.openxmlformats.org/drawingml/2006/main">
              <a:ext uri="{FF2B5EF4-FFF2-40B4-BE49-F238E27FC236}">
                <a16:creationId xmlns:a16="http://schemas.microsoft.com/office/drawing/2014/main" id="{EF554BCC-8686-4BA1-997C-80550AB1C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048750"/>
            <a:ext cx="8286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262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→ When I ___, I will ___.</a:t>
            </a:r>
          </a:p>
        </p:txBody>
      </p:sp>
      <p:sp>
        <p:nvSpPr>
          <p:cNvPr id="37" name="pathways-5-text-36">
            <a:extLst xmlns:a="http://schemas.openxmlformats.org/drawingml/2006/main">
              <a:ext uri="{FF2B5EF4-FFF2-40B4-BE49-F238E27FC236}">
                <a16:creationId xmlns:a16="http://schemas.microsoft.com/office/drawing/2014/main" id="{2DE2058A-65BB-4E3E-A1F1-0775A63BE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9715500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“무엇을 보면, 어떻게 할지” 콕 집어 쓰게 해요.</a:t>
            </a:r>
          </a:p>
        </p:txBody>
      </p:sp>
      <p:sp>
        <p:nvSpPr>
          <p:cNvPr id="38" name="pathways-5-text-37">
            <a:extLst xmlns:a="http://schemas.openxmlformats.org/drawingml/2006/main">
              <a:ext uri="{FF2B5EF4-FFF2-40B4-BE49-F238E27FC236}">
                <a16:creationId xmlns:a16="http://schemas.microsoft.com/office/drawing/2014/main" id="{FE997830-1E31-419F-86DC-B9680F1E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0239375"/>
            <a:ext cx="828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그래서 글이 짧아도 구체적이에요.</a:t>
            </a:r>
          </a:p>
        </p:txBody>
      </p:sp>
      <p:sp>
        <p:nvSpPr>
          <p:cNvPr id="39" name="pathways-5-panel-38">
            <a:extLst xmlns:a="http://schemas.openxmlformats.org/drawingml/2006/main">
              <a:ext uri="{FF2B5EF4-FFF2-40B4-BE49-F238E27FC236}">
                <a16:creationId xmlns:a16="http://schemas.microsoft.com/office/drawing/2014/main" id="{178F5FA2-13C8-40C8-A95E-83FC52D88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ways-5-panel-39">
            <a:extLst xmlns:a="http://schemas.openxmlformats.org/drawingml/2006/main">
              <a:ext uri="{FF2B5EF4-FFF2-40B4-BE49-F238E27FC236}">
                <a16:creationId xmlns:a16="http://schemas.microsoft.com/office/drawing/2014/main" id="{2746D2C2-E41A-43C6-B7A9-09E19AEFA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pathways-5-text-40">
            <a:extLst xmlns:a="http://schemas.openxmlformats.org/drawingml/2006/main">
              <a:ext uri="{FF2B5EF4-FFF2-40B4-BE49-F238E27FC236}">
                <a16:creationId xmlns:a16="http://schemas.microsoft.com/office/drawing/2014/main" id="{804DE110-F8EC-428E-AC9F-933785FAB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톡톡잉글리쉬 원격학원 (제3271호) · @talktalkenglish_online</a:t>
            </a:r>
          </a:p>
        </p:txBody>
      </p:sp>
    </p:spTree>
    <p:extLst>
      <p:ext uri="{BB962C8B-B14F-4D97-AF65-F5344CB8AC3E}">
        <p14:creationId xmlns:p14="http://schemas.microsoft.com/office/powerpoint/2010/main" val="11710891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pathways-6-panel-0">
            <a:extLst xmlns:a="http://schemas.openxmlformats.org/drawingml/2006/main">
              <a:ext uri="{FF2B5EF4-FFF2-40B4-BE49-F238E27FC236}">
                <a16:creationId xmlns:a16="http://schemas.microsoft.com/office/drawing/2014/main" id="{18AEE966-4D62-4AB8-87BD-8B42EEEB0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6-text-1">
            <a:extLst xmlns:a="http://schemas.openxmlformats.org/drawingml/2006/main">
              <a:ext uri="{FF2B5EF4-FFF2-40B4-BE49-F238E27FC236}">
                <a16:creationId xmlns:a16="http://schemas.microsoft.com/office/drawing/2014/main" id="{A73C7ADF-E9F6-49B6-AB31-434BE979B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6-text-2">
            <a:extLst xmlns:a="http://schemas.openxmlformats.org/drawingml/2006/main">
              <a:ext uri="{FF2B5EF4-FFF2-40B4-BE49-F238E27FC236}">
                <a16:creationId xmlns:a16="http://schemas.microsoft.com/office/drawing/2014/main" id="{985D0733-E6F9-4AB3-9B88-88FA6314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톡톡잉글리쉬 · Pathways 영어논술</a:t>
            </a:r>
          </a:p>
        </p:txBody>
      </p:sp>
      <p:sp>
        <p:nvSpPr>
          <p:cNvPr id="4" name="pathways-6-text-3">
            <a:extLst xmlns:a="http://schemas.openxmlformats.org/drawingml/2006/main">
              <a:ext uri="{FF2B5EF4-FFF2-40B4-BE49-F238E27FC236}">
                <a16:creationId xmlns:a16="http://schemas.microsoft.com/office/drawing/2014/main" id="{DEB48F2F-EF39-4026-BC5F-15641CF69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6-panel-4">
            <a:extLst xmlns:a="http://schemas.openxmlformats.org/drawingml/2006/main">
              <a:ext uri="{FF2B5EF4-FFF2-40B4-BE49-F238E27FC236}">
                <a16:creationId xmlns:a16="http://schemas.microsoft.com/office/drawing/2014/main" id="{37EC326E-12B8-4AF3-985C-08105937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6-panel-5">
            <a:extLst xmlns:a="http://schemas.openxmlformats.org/drawingml/2006/main">
              <a:ext uri="{FF2B5EF4-FFF2-40B4-BE49-F238E27FC236}">
                <a16:creationId xmlns:a16="http://schemas.microsoft.com/office/drawing/2014/main" id="{FEEC1748-24E2-4D20-A642-36A946E6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52400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6-panel-6">
            <a:extLst xmlns:a="http://schemas.openxmlformats.org/drawingml/2006/main">
              <a:ext uri="{FF2B5EF4-FFF2-40B4-BE49-F238E27FC236}">
                <a16:creationId xmlns:a16="http://schemas.microsoft.com/office/drawing/2014/main" id="{443BAADB-BB23-43F6-AD41-A498CB6A1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6-panel-7">
            <a:extLst xmlns:a="http://schemas.openxmlformats.org/drawingml/2006/main">
              <a:ext uri="{FF2B5EF4-FFF2-40B4-BE49-F238E27FC236}">
                <a16:creationId xmlns:a16="http://schemas.microsoft.com/office/drawing/2014/main" id="{6B2CF06E-BD1C-4B6E-9491-351815D64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6-panel-8">
            <a:extLst xmlns:a="http://schemas.openxmlformats.org/drawingml/2006/main">
              <a:ext uri="{FF2B5EF4-FFF2-40B4-BE49-F238E27FC236}">
                <a16:creationId xmlns:a16="http://schemas.microsoft.com/office/drawing/2014/main" id="{EAF42E0B-030F-4D0E-9F8F-0B61FB06B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6-panel-9">
            <a:extLst xmlns:a="http://schemas.openxmlformats.org/drawingml/2006/main">
              <a:ext uri="{FF2B5EF4-FFF2-40B4-BE49-F238E27FC236}">
                <a16:creationId xmlns:a16="http://schemas.microsoft.com/office/drawing/2014/main" id="{3B96F7CB-7928-4D0D-AE38-3C5EE2E83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6-panel-10">
            <a:extLst xmlns:a="http://schemas.openxmlformats.org/drawingml/2006/main">
              <a:ext uri="{FF2B5EF4-FFF2-40B4-BE49-F238E27FC236}">
                <a16:creationId xmlns:a16="http://schemas.microsoft.com/office/drawing/2014/main" id="{0F3AECF3-7F95-438D-9CF7-5AF478D0C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6-panel-11">
            <a:extLst xmlns:a="http://schemas.openxmlformats.org/drawingml/2006/main">
              <a:ext uri="{FF2B5EF4-FFF2-40B4-BE49-F238E27FC236}">
                <a16:creationId xmlns:a16="http://schemas.microsoft.com/office/drawing/2014/main" id="{A1DB14CE-965E-4D77-B2A9-863982F6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6-panel-12">
            <a:extLst xmlns:a="http://schemas.openxmlformats.org/drawingml/2006/main">
              <a:ext uri="{FF2B5EF4-FFF2-40B4-BE49-F238E27FC236}">
                <a16:creationId xmlns:a16="http://schemas.microsoft.com/office/drawing/2014/main" id="{5E7067F7-42A4-490E-B77C-88AA4BF0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478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6-panel-13">
            <a:extLst xmlns:a="http://schemas.openxmlformats.org/drawingml/2006/main">
              <a:ext uri="{FF2B5EF4-FFF2-40B4-BE49-F238E27FC236}">
                <a16:creationId xmlns:a16="http://schemas.microsoft.com/office/drawing/2014/main" id="{2BAE5BD5-93B1-46F3-A1E5-83E67086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33350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6-text-14">
            <a:extLst xmlns:a="http://schemas.openxmlformats.org/drawingml/2006/main">
              <a:ext uri="{FF2B5EF4-FFF2-40B4-BE49-F238E27FC236}">
                <a16:creationId xmlns:a16="http://schemas.microsoft.com/office/drawing/2014/main" id="{F875CE8F-F708-4A4B-8318-9C270FD27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13906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5</a:t>
            </a:r>
          </a:p>
        </p:txBody>
      </p:sp>
      <p:sp>
        <p:nvSpPr>
          <p:cNvPr id="16" name="pathways-6-text-15">
            <a:extLst xmlns:a="http://schemas.openxmlformats.org/drawingml/2006/main">
              <a:ext uri="{FF2B5EF4-FFF2-40B4-BE49-F238E27FC236}">
                <a16:creationId xmlns:a16="http://schemas.microsoft.com/office/drawing/2014/main" id="{6A00FA4B-D6B6-43A8-8B77-B24C48F0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6692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실제 학생 에세이 ① · 반려동물</a:t>
            </a:r>
          </a:p>
        </p:txBody>
      </p:sp>
      <p:sp>
        <p:nvSpPr>
          <p:cNvPr id="17" name="pathways-6-text-16">
            <a:extLst xmlns:a="http://schemas.openxmlformats.org/drawingml/2006/main">
              <a:ext uri="{FF2B5EF4-FFF2-40B4-BE49-F238E27FC236}">
                <a16:creationId xmlns:a16="http://schemas.microsoft.com/office/drawing/2014/main" id="{55F0C5EF-F4D1-436A-9465-1223FADC5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38425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지금 → 문제 → 해결,</a:t>
            </a:r>
          </a:p>
        </p:txBody>
      </p:sp>
      <p:sp>
        <p:nvSpPr>
          <p:cNvPr id="18" name="pathways-6-text-17">
            <a:extLst xmlns:a="http://schemas.openxmlformats.org/drawingml/2006/main">
              <a:ext uri="{FF2B5EF4-FFF2-40B4-BE49-F238E27FC236}">
                <a16:creationId xmlns:a16="http://schemas.microsoft.com/office/drawing/2014/main" id="{FC714E8A-CC9B-4AC4-A8CD-3867FDB8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40042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논리로 생각해요</a:t>
            </a:r>
          </a:p>
        </p:txBody>
      </p:sp>
      <p:sp>
        <p:nvSpPr>
          <p:cNvPr id="19" name="pathways-6-panel-18">
            <a:extLst xmlns:a="http://schemas.openxmlformats.org/drawingml/2006/main">
              <a:ext uri="{FF2B5EF4-FFF2-40B4-BE49-F238E27FC236}">
                <a16:creationId xmlns:a16="http://schemas.microsoft.com/office/drawing/2014/main" id="{E0914AA2-4BE2-4735-9EA7-9328DA01B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8991600" cy="5619750"/>
          </a:xfrm>
          <a:prstGeom xmlns:a="http://schemas.openxmlformats.org/drawingml/2006/main" prst="roundRect">
            <a:avLst>
              <a:gd name="adj" fmla="val 2712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5F970F-E4B8-4F63-BF38-5373F1412E8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5f2b50ebb84e1b"/>
          <a:srcRect xmlns:a="http://schemas.openxmlformats.org/drawingml/2006/main" l="0" t="18870" r="0" b="1887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" y="4410075"/>
            <a:ext cx="8934450" cy="5562600"/>
          </a:xfrm>
          <a:prstGeom xmlns:a="http://schemas.openxmlformats.org/drawingml/2006/main" prst="rect">
            <a:avLst/>
          </a:prstGeom>
        </p:spPr>
      </p:pic>
      <p:sp>
        <p:nvSpPr>
          <p:cNvPr id="21" name="pathways-6-text-20">
            <a:extLst xmlns:a="http://schemas.openxmlformats.org/drawingml/2006/main">
              <a:ext uri="{FF2B5EF4-FFF2-40B4-BE49-F238E27FC236}">
                <a16:creationId xmlns:a16="http://schemas.microsoft.com/office/drawing/2014/main" id="{041D5C83-04A5-4458-889B-F0AB2333D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619875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22" name="pathways-6-text-21">
            <a:extLst xmlns:a="http://schemas.openxmlformats.org/drawingml/2006/main">
              <a:ext uri="{FF2B5EF4-FFF2-40B4-BE49-F238E27FC236}">
                <a16:creationId xmlns:a16="http://schemas.microsoft.com/office/drawing/2014/main" id="{826A5265-FB20-4D91-A4A1-5613567DD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191375"/>
            <a:ext cx="870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학생 글 사진</a:t>
            </a:r>
          </a:p>
        </p:txBody>
      </p:sp>
      <p:sp>
        <p:nvSpPr>
          <p:cNvPr id="23" name="pathways-6-panel-22">
            <a:extLst xmlns:a="http://schemas.openxmlformats.org/drawingml/2006/main">
              <a:ext uri="{FF2B5EF4-FFF2-40B4-BE49-F238E27FC236}">
                <a16:creationId xmlns:a16="http://schemas.microsoft.com/office/drawing/2014/main" id="{8768AE19-92EC-46F7-AA71-81EC02B56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287000"/>
            <a:ext cx="8991600" cy="7429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pathways-6-panel-23">
            <a:extLst xmlns:a="http://schemas.openxmlformats.org/drawingml/2006/main">
              <a:ext uri="{FF2B5EF4-FFF2-40B4-BE49-F238E27FC236}">
                <a16:creationId xmlns:a16="http://schemas.microsoft.com/office/drawing/2014/main" id="{E75FE3B8-7824-41F3-8588-122260D25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5156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D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pathways-6-text-24">
            <a:extLst xmlns:a="http://schemas.openxmlformats.org/drawingml/2006/main">
              <a:ext uri="{FF2B5EF4-FFF2-40B4-BE49-F238E27FC236}">
                <a16:creationId xmlns:a16="http://schemas.microsoft.com/office/drawing/2014/main" id="{7927552A-825E-4C33-8B26-D83B4D05D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04584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반려동물을 '감정이 있는 존재'로 보는 관점을 스스로 꺼내요</a:t>
            </a:r>
          </a:p>
        </p:txBody>
      </p:sp>
      <p:sp>
        <p:nvSpPr>
          <p:cNvPr id="26" name="pathways-6-panel-25">
            <a:extLst xmlns:a="http://schemas.openxmlformats.org/drawingml/2006/main">
              <a:ext uri="{FF2B5EF4-FFF2-40B4-BE49-F238E27FC236}">
                <a16:creationId xmlns:a16="http://schemas.microsoft.com/office/drawing/2014/main" id="{03AE5A22-B4D7-4AD3-B6F0-8D1303404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1182350"/>
            <a:ext cx="8991600" cy="7429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pathways-6-panel-26">
            <a:extLst xmlns:a="http://schemas.openxmlformats.org/drawingml/2006/main">
              <a:ext uri="{FF2B5EF4-FFF2-40B4-BE49-F238E27FC236}">
                <a16:creationId xmlns:a16="http://schemas.microsoft.com/office/drawing/2014/main" id="{E7F3B5D6-514D-4966-905F-8CC91E5A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109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DB5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ways-6-text-27">
            <a:extLst xmlns:a="http://schemas.openxmlformats.org/drawingml/2006/main">
              <a:ext uri="{FF2B5EF4-FFF2-40B4-BE49-F238E27FC236}">
                <a16:creationId xmlns:a16="http://schemas.microsoft.com/office/drawing/2014/main" id="{F7A79B20-0382-4B59-A9F9-7AD182CF3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13538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감정을 무시하면 유대가 약해진다는 결과까지 내다봐요</a:t>
            </a:r>
          </a:p>
        </p:txBody>
      </p:sp>
      <p:sp>
        <p:nvSpPr>
          <p:cNvPr id="29" name="pathways-6-panel-28">
            <a:extLst xmlns:a="http://schemas.openxmlformats.org/drawingml/2006/main">
              <a:ext uri="{FF2B5EF4-FFF2-40B4-BE49-F238E27FC236}">
                <a16:creationId xmlns:a16="http://schemas.microsoft.com/office/drawing/2014/main" id="{6A0EF159-1A7F-4CD9-8B61-67BC5B9CD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pathways-6-panel-29">
            <a:extLst xmlns:a="http://schemas.openxmlformats.org/drawingml/2006/main">
              <a:ext uri="{FF2B5EF4-FFF2-40B4-BE49-F238E27FC236}">
                <a16:creationId xmlns:a16="http://schemas.microsoft.com/office/drawing/2014/main" id="{68DA80FE-8D74-4A03-A2B8-DA6E6BE2E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ways-6-text-30">
            <a:extLst xmlns:a="http://schemas.openxmlformats.org/drawingml/2006/main">
              <a:ext uri="{FF2B5EF4-FFF2-40B4-BE49-F238E27FC236}">
                <a16:creationId xmlns:a16="http://schemas.microsoft.com/office/drawing/2014/main" id="{FDB678E2-6B25-4A7C-A7EE-C149DC8EA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톡톡잉글리쉬 원격학원 (제3271호) · @talktalkenglish_online</a:t>
            </a:r>
          </a:p>
        </p:txBody>
      </p:sp>
    </p:spTree>
    <p:extLst>
      <p:ext uri="{BB962C8B-B14F-4D97-AF65-F5344CB8AC3E}">
        <p14:creationId xmlns:p14="http://schemas.microsoft.com/office/powerpoint/2010/main" val="187538012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pathways-7-panel-0">
            <a:extLst xmlns:a="http://schemas.openxmlformats.org/drawingml/2006/main">
              <a:ext uri="{FF2B5EF4-FFF2-40B4-BE49-F238E27FC236}">
                <a16:creationId xmlns:a16="http://schemas.microsoft.com/office/drawing/2014/main" id="{52C9170A-0BCE-4105-A9BB-7EB902B8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7-text-1">
            <a:extLst xmlns:a="http://schemas.openxmlformats.org/drawingml/2006/main">
              <a:ext uri="{FF2B5EF4-FFF2-40B4-BE49-F238E27FC236}">
                <a16:creationId xmlns:a16="http://schemas.microsoft.com/office/drawing/2014/main" id="{12956FBB-6D17-427D-B1B1-D8B854B6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7-text-2">
            <a:extLst xmlns:a="http://schemas.openxmlformats.org/drawingml/2006/main">
              <a:ext uri="{FF2B5EF4-FFF2-40B4-BE49-F238E27FC236}">
                <a16:creationId xmlns:a16="http://schemas.microsoft.com/office/drawing/2014/main" id="{BBC294C3-5AE6-4F46-880D-BAD8A9D38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톡톡잉글리쉬 · Pathways 영어논술</a:t>
            </a:r>
          </a:p>
        </p:txBody>
      </p:sp>
      <p:sp>
        <p:nvSpPr>
          <p:cNvPr id="4" name="pathways-7-text-3">
            <a:extLst xmlns:a="http://schemas.openxmlformats.org/drawingml/2006/main">
              <a:ext uri="{FF2B5EF4-FFF2-40B4-BE49-F238E27FC236}">
                <a16:creationId xmlns:a16="http://schemas.microsoft.com/office/drawing/2014/main" id="{8F2A3F3F-20C8-4E81-AD16-5FB646645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7-panel-4">
            <a:extLst xmlns:a="http://schemas.openxmlformats.org/drawingml/2006/main">
              <a:ext uri="{FF2B5EF4-FFF2-40B4-BE49-F238E27FC236}">
                <a16:creationId xmlns:a16="http://schemas.microsoft.com/office/drawing/2014/main" id="{220733EC-E34B-474C-AC33-A85E3FB1C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7-panel-5">
            <a:extLst xmlns:a="http://schemas.openxmlformats.org/drawingml/2006/main">
              <a:ext uri="{FF2B5EF4-FFF2-40B4-BE49-F238E27FC236}">
                <a16:creationId xmlns:a16="http://schemas.microsoft.com/office/drawing/2014/main" id="{502B84C2-8625-4DFE-9F41-9533CB20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8590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7-panel-6">
            <a:extLst xmlns:a="http://schemas.openxmlformats.org/drawingml/2006/main">
              <a:ext uri="{FF2B5EF4-FFF2-40B4-BE49-F238E27FC236}">
                <a16:creationId xmlns:a16="http://schemas.microsoft.com/office/drawing/2014/main" id="{309424D1-4633-415F-934F-3F15C67D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7-panel-7">
            <a:extLst xmlns:a="http://schemas.openxmlformats.org/drawingml/2006/main">
              <a:ext uri="{FF2B5EF4-FFF2-40B4-BE49-F238E27FC236}">
                <a16:creationId xmlns:a16="http://schemas.microsoft.com/office/drawing/2014/main" id="{32DD2B0D-3C53-468B-8545-E4949C0E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7-panel-8">
            <a:extLst xmlns:a="http://schemas.openxmlformats.org/drawingml/2006/main">
              <a:ext uri="{FF2B5EF4-FFF2-40B4-BE49-F238E27FC236}">
                <a16:creationId xmlns:a16="http://schemas.microsoft.com/office/drawing/2014/main" id="{7B2B1214-6406-4F37-80E1-7B95734C7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7-panel-9">
            <a:extLst xmlns:a="http://schemas.openxmlformats.org/drawingml/2006/main">
              <a:ext uri="{FF2B5EF4-FFF2-40B4-BE49-F238E27FC236}">
                <a16:creationId xmlns:a16="http://schemas.microsoft.com/office/drawing/2014/main" id="{6CFE6ABD-53ED-4CF8-9F9E-9E26652B0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7-panel-10">
            <a:extLst xmlns:a="http://schemas.openxmlformats.org/drawingml/2006/main">
              <a:ext uri="{FF2B5EF4-FFF2-40B4-BE49-F238E27FC236}">
                <a16:creationId xmlns:a16="http://schemas.microsoft.com/office/drawing/2014/main" id="{FE2C1742-8C13-4F87-8889-783391F96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7-panel-11">
            <a:extLst xmlns:a="http://schemas.openxmlformats.org/drawingml/2006/main">
              <a:ext uri="{FF2B5EF4-FFF2-40B4-BE49-F238E27FC236}">
                <a16:creationId xmlns:a16="http://schemas.microsoft.com/office/drawing/2014/main" id="{9A8406D2-AB0C-4DDD-B76A-7D61C162C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7-panel-12">
            <a:extLst xmlns:a="http://schemas.openxmlformats.org/drawingml/2006/main">
              <a:ext uri="{FF2B5EF4-FFF2-40B4-BE49-F238E27FC236}">
                <a16:creationId xmlns:a16="http://schemas.microsoft.com/office/drawing/2014/main" id="{5C22E14A-4174-469E-94F2-57D8CAC0D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14097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7-panel-13">
            <a:extLst xmlns:a="http://schemas.openxmlformats.org/drawingml/2006/main">
              <a:ext uri="{FF2B5EF4-FFF2-40B4-BE49-F238E27FC236}">
                <a16:creationId xmlns:a16="http://schemas.microsoft.com/office/drawing/2014/main" id="{A1A89CC7-E2ED-41E2-B31E-E990E9A71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29540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7-text-14">
            <a:extLst xmlns:a="http://schemas.openxmlformats.org/drawingml/2006/main">
              <a:ext uri="{FF2B5EF4-FFF2-40B4-BE49-F238E27FC236}">
                <a16:creationId xmlns:a16="http://schemas.microsoft.com/office/drawing/2014/main" id="{EC9B57A4-0AD7-4F7A-9065-037CFA65B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35255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6</a:t>
            </a:r>
          </a:p>
        </p:txBody>
      </p:sp>
      <p:sp>
        <p:nvSpPr>
          <p:cNvPr id="16" name="pathways-7-text-15">
            <a:extLst xmlns:a="http://schemas.openxmlformats.org/drawingml/2006/main">
              <a:ext uri="{FF2B5EF4-FFF2-40B4-BE49-F238E27FC236}">
                <a16:creationId xmlns:a16="http://schemas.microsoft.com/office/drawing/2014/main" id="{7EEF289B-394F-4D50-A7A9-5316AFD6E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3835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실제 학생 에세이 ② · 나의 행복 레시피</a:t>
            </a:r>
          </a:p>
        </p:txBody>
      </p:sp>
      <p:sp>
        <p:nvSpPr>
          <p:cNvPr id="17" name="pathways-7-text-16">
            <a:extLst xmlns:a="http://schemas.openxmlformats.org/drawingml/2006/main">
              <a:ext uri="{FF2B5EF4-FFF2-40B4-BE49-F238E27FC236}">
                <a16:creationId xmlns:a16="http://schemas.microsoft.com/office/drawing/2014/main" id="{45F9B193-E1DC-4B33-9741-DCD062E55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619375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비유하고, 말 걸고,</a:t>
            </a:r>
          </a:p>
        </p:txBody>
      </p:sp>
      <p:sp>
        <p:nvSpPr>
          <p:cNvPr id="18" name="pathways-7-text-17">
            <a:extLst xmlns:a="http://schemas.openxmlformats.org/drawingml/2006/main">
              <a:ext uri="{FF2B5EF4-FFF2-40B4-BE49-F238E27FC236}">
                <a16:creationId xmlns:a16="http://schemas.microsoft.com/office/drawing/2014/main" id="{A5BACA3F-BC64-42D1-B552-FEFFF8166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381375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읽는 사람을 생각해요</a:t>
            </a:r>
          </a:p>
        </p:txBody>
      </p:sp>
      <p:sp>
        <p:nvSpPr>
          <p:cNvPr id="19" name="pathways-7-panel-18">
            <a:extLst xmlns:a="http://schemas.openxmlformats.org/drawingml/2006/main">
              <a:ext uri="{FF2B5EF4-FFF2-40B4-BE49-F238E27FC236}">
                <a16:creationId xmlns:a16="http://schemas.microsoft.com/office/drawing/2014/main" id="{0D47E741-F845-46E1-B42F-ADC676899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8991600" cy="1428750"/>
          </a:xfrm>
          <a:prstGeom xmlns:a="http://schemas.openxmlformats.org/drawingml/2006/main" prst="roundRect">
            <a:avLst>
              <a:gd name="adj" fmla="val 10667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62BB04-CF96-4C35-A005-48EEED3C045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286f6435c64a9b"/>
          <a:srcRect xmlns:a="http://schemas.openxmlformats.org/drawingml/2006/main" l="0" t="42324" r="0" b="4232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" y="4333875"/>
            <a:ext cx="8934450" cy="1371600"/>
          </a:xfrm>
          <a:prstGeom xmlns:a="http://schemas.openxmlformats.org/drawingml/2006/main" prst="rect">
            <a:avLst/>
          </a:prstGeom>
        </p:spPr>
      </p:pic>
      <p:sp>
        <p:nvSpPr>
          <p:cNvPr id="21" name="pathways-7-text-20">
            <a:extLst xmlns:a="http://schemas.openxmlformats.org/drawingml/2006/main">
              <a:ext uri="{FF2B5EF4-FFF2-40B4-BE49-F238E27FC236}">
                <a16:creationId xmlns:a16="http://schemas.microsoft.com/office/drawing/2014/main" id="{6734C1ED-A43E-411D-B003-7B7A8F5DB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48175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22" name="pathways-7-text-21">
            <a:extLst xmlns:a="http://schemas.openxmlformats.org/drawingml/2006/main">
              <a:ext uri="{FF2B5EF4-FFF2-40B4-BE49-F238E27FC236}">
                <a16:creationId xmlns:a16="http://schemas.microsoft.com/office/drawing/2014/main" id="{240DED72-38A7-4894-A021-E942B3260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5019675"/>
            <a:ext cx="870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학생 글 도입부 사진</a:t>
            </a:r>
          </a:p>
        </p:txBody>
      </p:sp>
      <p:sp>
        <p:nvSpPr>
          <p:cNvPr id="23" name="pathways-7-panel-22">
            <a:extLst xmlns:a="http://schemas.openxmlformats.org/drawingml/2006/main">
              <a:ext uri="{FF2B5EF4-FFF2-40B4-BE49-F238E27FC236}">
                <a16:creationId xmlns:a16="http://schemas.microsoft.com/office/drawing/2014/main" id="{F29D033D-0E78-4421-90ED-FE5B041C5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924550"/>
            <a:ext cx="8991600" cy="3762375"/>
          </a:xfrm>
          <a:prstGeom xmlns:a="http://schemas.openxmlformats.org/drawingml/2006/main" prst="roundRect">
            <a:avLst>
              <a:gd name="adj" fmla="val 4051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80805D8-3910-42A6-B619-8CD012DD03B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b4890ecbaa4b00"/>
          <a:srcRect xmlns:a="http://schemas.openxmlformats.org/drawingml/2006/main" l="0" t="29264" r="0" b="292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6275" y="5953125"/>
            <a:ext cx="8934450" cy="3705225"/>
          </a:xfrm>
          <a:prstGeom xmlns:a="http://schemas.openxmlformats.org/drawingml/2006/main" prst="rect">
            <a:avLst/>
          </a:prstGeom>
        </p:spPr>
      </p:pic>
      <p:sp>
        <p:nvSpPr>
          <p:cNvPr id="25" name="pathways-7-text-24">
            <a:extLst xmlns:a="http://schemas.openxmlformats.org/drawingml/2006/main">
              <a:ext uri="{FF2B5EF4-FFF2-40B4-BE49-F238E27FC236}">
                <a16:creationId xmlns:a16="http://schemas.microsoft.com/office/drawing/2014/main" id="{768C2AE6-C0F1-49D0-8E48-5FA2C3090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234238"/>
            <a:ext cx="8991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26" name="pathways-7-text-25">
            <a:extLst xmlns:a="http://schemas.openxmlformats.org/drawingml/2006/main">
              <a:ext uri="{FF2B5EF4-FFF2-40B4-BE49-F238E27FC236}">
                <a16:creationId xmlns:a16="http://schemas.microsoft.com/office/drawing/2014/main" id="{69C1A04C-3616-4378-AAC5-2FC173EA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7805738"/>
            <a:ext cx="8705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학생 글 본문 사진</a:t>
            </a:r>
          </a:p>
        </p:txBody>
      </p:sp>
      <p:sp>
        <p:nvSpPr>
          <p:cNvPr id="27" name="pathways-7-panel-26">
            <a:extLst xmlns:a="http://schemas.openxmlformats.org/drawingml/2006/main">
              <a:ext uri="{FF2B5EF4-FFF2-40B4-BE49-F238E27FC236}">
                <a16:creationId xmlns:a16="http://schemas.microsoft.com/office/drawing/2014/main" id="{0B8BB209-6561-410F-BDA5-0765D9B4F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9925050"/>
            <a:ext cx="8991600" cy="7429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ways-7-panel-27">
            <a:extLst xmlns:a="http://schemas.openxmlformats.org/drawingml/2006/main">
              <a:ext uri="{FF2B5EF4-FFF2-40B4-BE49-F238E27FC236}">
                <a16:creationId xmlns:a16="http://schemas.microsoft.com/office/drawing/2014/main" id="{D4158580-B3C5-4246-A60B-54A33EE64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015365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80D8B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pathways-7-text-28">
            <a:extLst xmlns:a="http://schemas.openxmlformats.org/drawingml/2006/main">
              <a:ext uri="{FF2B5EF4-FFF2-40B4-BE49-F238E27FC236}">
                <a16:creationId xmlns:a16="http://schemas.microsoft.com/office/drawing/2014/main" id="{026DA79A-4C52-4AFF-A6C8-EFCEA8417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009650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질문으로 여는 hook — “What is your happiness recipe?”</a:t>
            </a:r>
          </a:p>
        </p:txBody>
      </p:sp>
      <p:sp>
        <p:nvSpPr>
          <p:cNvPr id="30" name="pathways-7-panel-29">
            <a:extLst xmlns:a="http://schemas.openxmlformats.org/drawingml/2006/main">
              <a:ext uri="{FF2B5EF4-FFF2-40B4-BE49-F238E27FC236}">
                <a16:creationId xmlns:a16="http://schemas.microsoft.com/office/drawing/2014/main" id="{21631E3D-E2BE-4D05-BED4-E99DAB76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0820400"/>
            <a:ext cx="8991600" cy="742950"/>
          </a:xfrm>
          <a:prstGeom xmlns:a="http://schemas.openxmlformats.org/drawingml/2006/main" prst="roundRect">
            <a:avLst>
              <a:gd name="adj" fmla="val 38462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ways-7-panel-30">
            <a:extLst xmlns:a="http://schemas.openxmlformats.org/drawingml/2006/main">
              <a:ext uri="{FF2B5EF4-FFF2-40B4-BE49-F238E27FC236}">
                <a16:creationId xmlns:a16="http://schemas.microsoft.com/office/drawing/2014/main" id="{B9FFA813-D85B-4625-B58C-39580211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049000"/>
            <a:ext cx="3048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4A1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ways-7-text-31">
            <a:extLst xmlns:a="http://schemas.openxmlformats.org/drawingml/2006/main">
              <a:ext uri="{FF2B5EF4-FFF2-40B4-BE49-F238E27FC236}">
                <a16:creationId xmlns:a16="http://schemas.microsoft.com/office/drawing/2014/main" id="{C645CFE3-207E-4F9B-AD0E-6F22B65C4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075" y="10991850"/>
            <a:ext cx="790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여행을 아이스크림에 비유하고, 독자에게 말을 걸어요</a:t>
            </a:r>
          </a:p>
        </p:txBody>
      </p:sp>
      <p:sp>
        <p:nvSpPr>
          <p:cNvPr id="33" name="pathways-7-panel-32">
            <a:extLst xmlns:a="http://schemas.openxmlformats.org/drawingml/2006/main">
              <a:ext uri="{FF2B5EF4-FFF2-40B4-BE49-F238E27FC236}">
                <a16:creationId xmlns:a16="http://schemas.microsoft.com/office/drawing/2014/main" id="{1A5F0769-716D-4B88-9097-0BABF7421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ways-7-panel-33">
            <a:extLst xmlns:a="http://schemas.openxmlformats.org/drawingml/2006/main">
              <a:ext uri="{FF2B5EF4-FFF2-40B4-BE49-F238E27FC236}">
                <a16:creationId xmlns:a16="http://schemas.microsoft.com/office/drawing/2014/main" id="{7012EE52-1DD4-44BA-947B-A8821525B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pathways-7-text-34">
            <a:extLst xmlns:a="http://schemas.openxmlformats.org/drawingml/2006/main">
              <a:ext uri="{FF2B5EF4-FFF2-40B4-BE49-F238E27FC236}">
                <a16:creationId xmlns:a16="http://schemas.microsoft.com/office/drawing/2014/main" id="{828CA4A2-A2BB-4111-B9FE-0AC2A1624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톡톡잉글리쉬 원격학원 (제3271호) · @talktalkenglish_online</a:t>
            </a:r>
          </a:p>
        </p:txBody>
      </p:sp>
    </p:spTree>
    <p:extLst>
      <p:ext uri="{BB962C8B-B14F-4D97-AF65-F5344CB8AC3E}">
        <p14:creationId xmlns:p14="http://schemas.microsoft.com/office/powerpoint/2010/main" val="1006549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pathways-8-panel-0">
            <a:extLst xmlns:a="http://schemas.openxmlformats.org/drawingml/2006/main">
              <a:ext uri="{FF2B5EF4-FFF2-40B4-BE49-F238E27FC236}">
                <a16:creationId xmlns:a16="http://schemas.microsoft.com/office/drawing/2014/main" id="{D3D9C15C-523A-4CF2-86D0-3CCC56A27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8-text-1">
            <a:extLst xmlns:a="http://schemas.openxmlformats.org/drawingml/2006/main">
              <a:ext uri="{FF2B5EF4-FFF2-40B4-BE49-F238E27FC236}">
                <a16:creationId xmlns:a16="http://schemas.microsoft.com/office/drawing/2014/main" id="{1457487B-7FBD-4B94-A93C-DD3A3B1A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8-text-2">
            <a:extLst xmlns:a="http://schemas.openxmlformats.org/drawingml/2006/main">
              <a:ext uri="{FF2B5EF4-FFF2-40B4-BE49-F238E27FC236}">
                <a16:creationId xmlns:a16="http://schemas.microsoft.com/office/drawing/2014/main" id="{0ABC3ADA-92A9-4D44-B46E-6207D2E93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톡톡잉글리쉬 · Pathways 영어논술</a:t>
            </a:r>
          </a:p>
        </p:txBody>
      </p:sp>
      <p:sp>
        <p:nvSpPr>
          <p:cNvPr id="4" name="pathways-8-text-3">
            <a:extLst xmlns:a="http://schemas.openxmlformats.org/drawingml/2006/main">
              <a:ext uri="{FF2B5EF4-FFF2-40B4-BE49-F238E27FC236}">
                <a16:creationId xmlns:a16="http://schemas.microsoft.com/office/drawing/2014/main" id="{9FDE94AD-715D-40C2-9549-35F22C95C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8-panel-4">
            <a:extLst xmlns:a="http://schemas.openxmlformats.org/drawingml/2006/main">
              <a:ext uri="{FF2B5EF4-FFF2-40B4-BE49-F238E27FC236}">
                <a16:creationId xmlns:a16="http://schemas.microsoft.com/office/drawing/2014/main" id="{C648AF6A-FFF8-4B1A-A9FE-D1181A672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8-panel-5">
            <a:extLst xmlns:a="http://schemas.openxmlformats.org/drawingml/2006/main">
              <a:ext uri="{FF2B5EF4-FFF2-40B4-BE49-F238E27FC236}">
                <a16:creationId xmlns:a16="http://schemas.microsoft.com/office/drawing/2014/main" id="{1D4B0D3B-6C5A-4923-AEE1-4B3663D8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190750"/>
            <a:ext cx="8801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6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athways-8-panel-6">
            <a:extLst xmlns:a="http://schemas.openxmlformats.org/drawingml/2006/main">
              <a:ext uri="{FF2B5EF4-FFF2-40B4-BE49-F238E27FC236}">
                <a16:creationId xmlns:a16="http://schemas.microsoft.com/office/drawing/2014/main" id="{39070FFA-5EB8-4A6D-B55F-FC16F99E6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pathways-8-panel-7">
            <a:extLst xmlns:a="http://schemas.openxmlformats.org/drawingml/2006/main">
              <a:ext uri="{FF2B5EF4-FFF2-40B4-BE49-F238E27FC236}">
                <a16:creationId xmlns:a16="http://schemas.microsoft.com/office/drawing/2014/main" id="{C90F96C4-F78C-4BA6-B7C5-FEE06DB0A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pathways-8-panel-8">
            <a:extLst xmlns:a="http://schemas.openxmlformats.org/drawingml/2006/main">
              <a:ext uri="{FF2B5EF4-FFF2-40B4-BE49-F238E27FC236}">
                <a16:creationId xmlns:a16="http://schemas.microsoft.com/office/drawing/2014/main" id="{8FD420CD-37B4-4554-896D-DCCE63CCF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8-panel-9">
            <a:extLst xmlns:a="http://schemas.openxmlformats.org/drawingml/2006/main">
              <a:ext uri="{FF2B5EF4-FFF2-40B4-BE49-F238E27FC236}">
                <a16:creationId xmlns:a16="http://schemas.microsoft.com/office/drawing/2014/main" id="{4EC3EFF7-1296-4343-977B-69CA18BE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athways-8-panel-10">
            <a:extLst xmlns:a="http://schemas.openxmlformats.org/drawingml/2006/main">
              <a:ext uri="{FF2B5EF4-FFF2-40B4-BE49-F238E27FC236}">
                <a16:creationId xmlns:a16="http://schemas.microsoft.com/office/drawing/2014/main" id="{32A1048B-CE6D-4A34-8C9E-2A538921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pathways-8-panel-11">
            <a:extLst xmlns:a="http://schemas.openxmlformats.org/drawingml/2006/main">
              <a:ext uri="{FF2B5EF4-FFF2-40B4-BE49-F238E27FC236}">
                <a16:creationId xmlns:a16="http://schemas.microsoft.com/office/drawing/2014/main" id="{0A966A4E-7621-4260-8523-F84833A22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pathways-8-panel-12">
            <a:extLst xmlns:a="http://schemas.openxmlformats.org/drawingml/2006/main">
              <a:ext uri="{FF2B5EF4-FFF2-40B4-BE49-F238E27FC236}">
                <a16:creationId xmlns:a16="http://schemas.microsoft.com/office/drawing/2014/main" id="{75E480A2-4260-47FF-A192-5780F126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1145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pathways-8-panel-13">
            <a:extLst xmlns:a="http://schemas.openxmlformats.org/drawingml/2006/main">
              <a:ext uri="{FF2B5EF4-FFF2-40B4-BE49-F238E27FC236}">
                <a16:creationId xmlns:a16="http://schemas.microsoft.com/office/drawing/2014/main" id="{666368A4-89B2-49AE-9D88-F32019056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00250"/>
            <a:ext cx="1143000" cy="4191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athways-8-text-14">
            <a:extLst xmlns:a="http://schemas.openxmlformats.org/drawingml/2006/main">
              <a:ext uri="{FF2B5EF4-FFF2-40B4-BE49-F238E27FC236}">
                <a16:creationId xmlns:a16="http://schemas.microsoft.com/office/drawing/2014/main" id="{BB91DCBD-FC8C-4F05-AE9E-8FFE907C0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057400"/>
            <a:ext cx="914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STOP 7</a:t>
            </a:r>
          </a:p>
        </p:txBody>
      </p:sp>
      <p:sp>
        <p:nvSpPr>
          <p:cNvPr id="16" name="pathways-8-text-15">
            <a:extLst xmlns:a="http://schemas.openxmlformats.org/drawingml/2006/main">
              <a:ext uri="{FF2B5EF4-FFF2-40B4-BE49-F238E27FC236}">
                <a16:creationId xmlns:a16="http://schemas.microsoft.com/office/drawing/2014/main" id="{64477738-F867-455F-95C9-EC6C9626C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AI가 글을 써 주는 시대인데?</a:t>
            </a:r>
          </a:p>
        </p:txBody>
      </p:sp>
      <p:sp>
        <p:nvSpPr>
          <p:cNvPr id="17" name="pathways-8-text-16">
            <a:extLst xmlns:a="http://schemas.openxmlformats.org/drawingml/2006/main">
              <a:ext uri="{FF2B5EF4-FFF2-40B4-BE49-F238E27FC236}">
                <a16:creationId xmlns:a16="http://schemas.microsoft.com/office/drawing/2014/main" id="{5E410645-F85F-4399-9BC3-56D052D37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33375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그래서 더,</a:t>
            </a:r>
          </a:p>
        </p:txBody>
      </p:sp>
      <p:sp>
        <p:nvSpPr>
          <p:cNvPr id="18" name="pathways-8-text-17">
            <a:extLst xmlns:a="http://schemas.openxmlformats.org/drawingml/2006/main">
              <a:ext uri="{FF2B5EF4-FFF2-40B4-BE49-F238E27FC236}">
                <a16:creationId xmlns:a16="http://schemas.microsoft.com/office/drawing/2014/main" id="{1E71A6C8-C3FD-4613-93DF-42BF1A04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09575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사고 근육이 필요해요</a:t>
            </a:r>
          </a:p>
        </p:txBody>
      </p:sp>
      <p:sp>
        <p:nvSpPr>
          <p:cNvPr id="19" name="pathways-8-panel-18">
            <a:extLst xmlns:a="http://schemas.openxmlformats.org/drawingml/2006/main">
              <a:ext uri="{FF2B5EF4-FFF2-40B4-BE49-F238E27FC236}">
                <a16:creationId xmlns:a16="http://schemas.microsoft.com/office/drawing/2014/main" id="{57898D71-BDA0-432E-A2DC-60F62CCD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019675"/>
            <a:ext cx="2647950" cy="838200"/>
          </a:xfrm>
          <a:prstGeom xmlns:a="http://schemas.openxmlformats.org/drawingml/2006/main" prst="roundRect">
            <a:avLst>
              <a:gd name="adj" fmla="val 3409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pathways-8-text-19">
            <a:extLst xmlns:a="http://schemas.openxmlformats.org/drawingml/2006/main">
              <a:ext uri="{FF2B5EF4-FFF2-40B4-BE49-F238E27FC236}">
                <a16:creationId xmlns:a16="http://schemas.microsoft.com/office/drawing/2014/main" id="{4E171B88-C60D-44FF-9CBA-22030A3A8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482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막막해요</a:t>
            </a:r>
          </a:p>
        </p:txBody>
      </p:sp>
      <p:sp>
        <p:nvSpPr>
          <p:cNvPr id="21" name="pathways-8-text-20">
            <a:extLst xmlns:a="http://schemas.openxmlformats.org/drawingml/2006/main">
              <a:ext uri="{FF2B5EF4-FFF2-40B4-BE49-F238E27FC236}">
                <a16:creationId xmlns:a16="http://schemas.microsoft.com/office/drawing/2014/main" id="{A6CC9FE7-DBF9-4BCB-A730-1FE14693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2197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2" name="pathways-8-panel-21">
            <a:extLst xmlns:a="http://schemas.openxmlformats.org/drawingml/2006/main">
              <a:ext uri="{FF2B5EF4-FFF2-40B4-BE49-F238E27FC236}">
                <a16:creationId xmlns:a16="http://schemas.microsoft.com/office/drawing/2014/main" id="{B3591415-A933-4B8A-B980-17357F09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5019675"/>
            <a:ext cx="2647950" cy="838200"/>
          </a:xfrm>
          <a:prstGeom xmlns:a="http://schemas.openxmlformats.org/drawingml/2006/main" prst="roundRect">
            <a:avLst>
              <a:gd name="adj" fmla="val 34091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pathways-8-text-22">
            <a:extLst xmlns:a="http://schemas.openxmlformats.org/drawingml/2006/main">
              <a:ext uri="{FF2B5EF4-FFF2-40B4-BE49-F238E27FC236}">
                <a16:creationId xmlns:a16="http://schemas.microsoft.com/office/drawing/2014/main" id="{558956F1-2A1A-45A4-A057-781F4C290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4775" y="52482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질문으로 깊게</a:t>
            </a:r>
          </a:p>
        </p:txBody>
      </p:sp>
      <p:sp>
        <p:nvSpPr>
          <p:cNvPr id="24" name="pathways-8-text-23">
            <a:extLst xmlns:a="http://schemas.openxmlformats.org/drawingml/2006/main">
              <a:ext uri="{FF2B5EF4-FFF2-40B4-BE49-F238E27FC236}">
                <a16:creationId xmlns:a16="http://schemas.microsoft.com/office/drawing/2014/main" id="{6F796D0A-9B07-455D-A98C-B6BEA2B5B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219700"/>
            <a:ext cx="42862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B9BCC4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5" name="pathways-8-panel-24">
            <a:extLst xmlns:a="http://schemas.openxmlformats.org/drawingml/2006/main">
              <a:ext uri="{FF2B5EF4-FFF2-40B4-BE49-F238E27FC236}">
                <a16:creationId xmlns:a16="http://schemas.microsoft.com/office/drawing/2014/main" id="{EF80D874-6054-447F-ACAA-9215A4008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5019675"/>
            <a:ext cx="2647950" cy="838200"/>
          </a:xfrm>
          <a:prstGeom xmlns:a="http://schemas.openxmlformats.org/drawingml/2006/main" prst="roundRect">
            <a:avLst>
              <a:gd name="adj" fmla="val 34091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ways-8-text-25">
            <a:extLst xmlns:a="http://schemas.openxmlformats.org/drawingml/2006/main">
              <a:ext uri="{FF2B5EF4-FFF2-40B4-BE49-F238E27FC236}">
                <a16:creationId xmlns:a16="http://schemas.microsoft.com/office/drawing/2014/main" id="{A348342B-DD9B-4B08-809B-9CB457D18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248275"/>
            <a:ext cx="2457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구체적으로</a:t>
            </a:r>
          </a:p>
        </p:txBody>
      </p:sp>
      <p:sp>
        <p:nvSpPr>
          <p:cNvPr id="27" name="pathways-8-panel-26">
            <a:extLst xmlns:a="http://schemas.openxmlformats.org/drawingml/2006/main">
              <a:ext uri="{FF2B5EF4-FFF2-40B4-BE49-F238E27FC236}">
                <a16:creationId xmlns:a16="http://schemas.microsoft.com/office/drawing/2014/main" id="{53D62D75-9829-4DED-BB94-36F7A7EA4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115050"/>
            <a:ext cx="8991600" cy="1504950"/>
          </a:xfrm>
          <a:prstGeom xmlns:a="http://schemas.openxmlformats.org/drawingml/2006/main" prst="roundRect">
            <a:avLst>
              <a:gd name="adj" fmla="val 1898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pathways-8-text-27">
            <a:extLst xmlns:a="http://schemas.openxmlformats.org/drawingml/2006/main">
              <a:ext uri="{FF2B5EF4-FFF2-40B4-BE49-F238E27FC236}">
                <a16:creationId xmlns:a16="http://schemas.microsoft.com/office/drawing/2014/main" id="{EB3D5828-8D81-43A5-8D9E-01FA1089D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6572250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3300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AI</a:t>
            </a:r>
          </a:p>
        </p:txBody>
      </p:sp>
      <p:sp>
        <p:nvSpPr>
          <p:cNvPr id="29" name="pathways-8-text-28">
            <a:extLst xmlns:a="http://schemas.openxmlformats.org/drawingml/2006/main">
              <a:ext uri="{FF2B5EF4-FFF2-40B4-BE49-F238E27FC236}">
                <a16:creationId xmlns:a16="http://schemas.microsoft.com/office/drawing/2014/main" id="{83545B4D-3E1D-49A9-BA58-957AF322F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6410325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AI가 하는 일</a:t>
            </a:r>
          </a:p>
        </p:txBody>
      </p:sp>
      <p:sp>
        <p:nvSpPr>
          <p:cNvPr id="30" name="pathways-8-text-29">
            <a:extLst xmlns:a="http://schemas.openxmlformats.org/drawingml/2006/main">
              <a:ext uri="{FF2B5EF4-FFF2-40B4-BE49-F238E27FC236}">
                <a16:creationId xmlns:a16="http://schemas.microsoft.com/office/drawing/2014/main" id="{507BFA3F-2358-4107-A495-33FE866F7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7000875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문장을 만들고, 정보를 정리해요</a:t>
            </a:r>
          </a:p>
        </p:txBody>
      </p:sp>
      <p:sp>
        <p:nvSpPr>
          <p:cNvPr id="31" name="pathways-8-panel-30">
            <a:extLst xmlns:a="http://schemas.openxmlformats.org/drawingml/2006/main">
              <a:ext uri="{FF2B5EF4-FFF2-40B4-BE49-F238E27FC236}">
                <a16:creationId xmlns:a16="http://schemas.microsoft.com/office/drawing/2014/main" id="{3F9EFA83-159B-4EA7-93F9-73511E3C4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0"/>
            <a:ext cx="8991600" cy="1981200"/>
          </a:xfrm>
          <a:prstGeom xmlns:a="http://schemas.openxmlformats.org/drawingml/2006/main" prst="roundRect">
            <a:avLst>
              <a:gd name="adj" fmla="val 14423"/>
            </a:avLst>
          </a:prstGeom>
          <a:solidFill xmlns:a="http://schemas.openxmlformats.org/drawingml/2006/main">
            <a:srgbClr val="211D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pathways-8-text-31">
            <a:extLst xmlns:a="http://schemas.openxmlformats.org/drawingml/2006/main">
              <a:ext uri="{FF2B5EF4-FFF2-40B4-BE49-F238E27FC236}">
                <a16:creationId xmlns:a16="http://schemas.microsoft.com/office/drawing/2014/main" id="{6F096FDA-2250-48F2-9483-17828DFFB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8429625"/>
            <a:ext cx="904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defRPr>
            </a:pPr>
            <a:r>
              <a:rPr sz="4125" b="1">
                <a:solidFill>
                  <a:srgbClr val="F5B92D"/>
                </a:solidFill>
                <a:latin typeface="Malgun Gothic"/>
                <a:ea typeface="Malgun Gothic"/>
                <a:cs typeface="Malgun Gothic"/>
              </a:rPr>
              <a:t>?</a:t>
            </a:r>
          </a:p>
        </p:txBody>
      </p:sp>
      <p:sp>
        <p:nvSpPr>
          <p:cNvPr id="33" name="pathways-8-text-32">
            <a:extLst xmlns:a="http://schemas.openxmlformats.org/drawingml/2006/main">
              <a:ext uri="{FF2B5EF4-FFF2-40B4-BE49-F238E27FC236}">
                <a16:creationId xmlns:a16="http://schemas.microsoft.com/office/drawing/2014/main" id="{DCD7B0E6-C65D-413C-A0DD-DBC79D44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8124825"/>
            <a:ext cx="714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사람이 해야 하는 일</a:t>
            </a:r>
          </a:p>
        </p:txBody>
      </p:sp>
      <p:sp>
        <p:nvSpPr>
          <p:cNvPr id="34" name="pathways-8-text-33">
            <a:extLst xmlns:a="http://schemas.openxmlformats.org/drawingml/2006/main">
              <a:ext uri="{FF2B5EF4-FFF2-40B4-BE49-F238E27FC236}">
                <a16:creationId xmlns:a16="http://schemas.microsoft.com/office/drawing/2014/main" id="{10C6C4D0-EA6A-409B-9E1D-15EEBF79A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8696325"/>
            <a:ext cx="7143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rPr>
              <a:t>무엇을 물을지 · 무엇이 맞는지</a:t>
            </a:r>
          </a:p>
        </p:txBody>
      </p:sp>
      <p:sp>
        <p:nvSpPr>
          <p:cNvPr id="35" name="pathways-8-text-34">
            <a:extLst xmlns:a="http://schemas.openxmlformats.org/drawingml/2006/main">
              <a:ext uri="{FF2B5EF4-FFF2-40B4-BE49-F238E27FC236}">
                <a16:creationId xmlns:a16="http://schemas.microsoft.com/office/drawing/2014/main" id="{461CB49F-BEC7-43DB-832A-9EDEEE988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9163050"/>
            <a:ext cx="7143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0">
                <a:solidFill>
                  <a:srgbClr val="DFDBF1"/>
                </a:solidFill>
                <a:latin typeface="Malgun Gothic"/>
                <a:ea typeface="Malgun Gothic"/>
                <a:cs typeface="Malgun Gothic"/>
              </a:rPr>
              <a:t>내 생각을 구체적으로 말하기</a:t>
            </a:r>
          </a:p>
        </p:txBody>
      </p:sp>
      <p:sp>
        <p:nvSpPr>
          <p:cNvPr id="36" name="pathways-8-text-35">
            <a:extLst xmlns:a="http://schemas.openxmlformats.org/drawingml/2006/main">
              <a:ext uri="{FF2B5EF4-FFF2-40B4-BE49-F238E27FC236}">
                <a16:creationId xmlns:a16="http://schemas.microsoft.com/office/drawing/2014/main" id="{CD1A7C73-5587-48D5-890C-6378FA9EE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3822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AI에게 잘 시키는 것도 결국</a:t>
            </a:r>
          </a:p>
        </p:txBody>
      </p:sp>
      <p:sp>
        <p:nvSpPr>
          <p:cNvPr id="37" name="pathways-8-text-36">
            <a:extLst xmlns:a="http://schemas.openxmlformats.org/drawingml/2006/main">
              <a:ext uri="{FF2B5EF4-FFF2-40B4-BE49-F238E27FC236}">
                <a16:creationId xmlns:a16="http://schemas.microsoft.com/office/drawing/2014/main" id="{5C9BAD8D-2EE5-4E95-B9DC-D60ECA00C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087755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구체적으로 생각하고 말하는 힘이에요.</a:t>
            </a:r>
          </a:p>
        </p:txBody>
      </p:sp>
      <p:sp>
        <p:nvSpPr>
          <p:cNvPr id="38" name="pathways-8-panel-37">
            <a:extLst xmlns:a="http://schemas.openxmlformats.org/drawingml/2006/main">
              <a:ext uri="{FF2B5EF4-FFF2-40B4-BE49-F238E27FC236}">
                <a16:creationId xmlns:a16="http://schemas.microsoft.com/office/drawing/2014/main" id="{8A7FD1E5-1CC0-4AA6-A2D8-6E595521F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pathways-8-panel-38">
            <a:extLst xmlns:a="http://schemas.openxmlformats.org/drawingml/2006/main">
              <a:ext uri="{FF2B5EF4-FFF2-40B4-BE49-F238E27FC236}">
                <a16:creationId xmlns:a16="http://schemas.microsoft.com/office/drawing/2014/main" id="{83816C3F-D83D-4B38-9078-E65FA09E5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pathways-8-text-39">
            <a:extLst xmlns:a="http://schemas.openxmlformats.org/drawingml/2006/main">
              <a:ext uri="{FF2B5EF4-FFF2-40B4-BE49-F238E27FC236}">
                <a16:creationId xmlns:a16="http://schemas.microsoft.com/office/drawing/2014/main" id="{E423A64D-50D9-47A7-8F94-9188D0A1C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톡톡잉글리쉬 원격학원 (제3271호) · @talktalkenglish_online</a:t>
            </a:r>
          </a:p>
        </p:txBody>
      </p:sp>
    </p:spTree>
    <p:extLst>
      <p:ext uri="{BB962C8B-B14F-4D97-AF65-F5344CB8AC3E}">
        <p14:creationId xmlns:p14="http://schemas.microsoft.com/office/powerpoint/2010/main" val="12949998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pathways-9-panel-0">
            <a:extLst xmlns:a="http://schemas.openxmlformats.org/drawingml/2006/main">
              <a:ext uri="{FF2B5EF4-FFF2-40B4-BE49-F238E27FC236}">
                <a16:creationId xmlns:a16="http://schemas.microsoft.com/office/drawing/2014/main" id="{DBB4D8B1-917E-42FF-A047-979F1C3BD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0287000" cy="1285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thways-9-text-1">
            <a:extLst xmlns:a="http://schemas.openxmlformats.org/drawingml/2006/main">
              <a:ext uri="{FF2B5EF4-FFF2-40B4-BE49-F238E27FC236}">
                <a16:creationId xmlns:a16="http://schemas.microsoft.com/office/drawing/2014/main" id="{9CE26C78-B469-441D-B244-EC336BDBB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95250"/>
            <a:ext cx="3619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‹</a:t>
            </a:r>
          </a:p>
        </p:txBody>
      </p:sp>
      <p:sp>
        <p:nvSpPr>
          <p:cNvPr id="3" name="pathways-9-text-2">
            <a:extLst xmlns:a="http://schemas.openxmlformats.org/drawingml/2006/main">
              <a:ext uri="{FF2B5EF4-FFF2-40B4-BE49-F238E27FC236}">
                <a16:creationId xmlns:a16="http://schemas.microsoft.com/office/drawing/2014/main" id="{E744EF78-17EE-4485-A86E-95EA5ED1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8600"/>
            <a:ext cx="77152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톡톡잉글리쉬 · Pathways 영어논술</a:t>
            </a:r>
          </a:p>
        </p:txBody>
      </p:sp>
      <p:sp>
        <p:nvSpPr>
          <p:cNvPr id="4" name="pathways-9-text-3">
            <a:extLst xmlns:a="http://schemas.openxmlformats.org/drawingml/2006/main">
              <a:ext uri="{FF2B5EF4-FFF2-40B4-BE49-F238E27FC236}">
                <a16:creationId xmlns:a16="http://schemas.microsoft.com/office/drawing/2014/main" id="{AF4874FB-6012-4679-8CD1-A6148AEBA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9075"/>
            <a:ext cx="95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⌕  ☰</a:t>
            </a:r>
          </a:p>
        </p:txBody>
      </p:sp>
      <p:sp>
        <p:nvSpPr>
          <p:cNvPr id="5" name="pathways-9-panel-4">
            <a:extLst xmlns:a="http://schemas.openxmlformats.org/drawingml/2006/main">
              <a:ext uri="{FF2B5EF4-FFF2-40B4-BE49-F238E27FC236}">
                <a16:creationId xmlns:a16="http://schemas.microsoft.com/office/drawing/2014/main" id="{92D3E0B3-0983-4535-B9BC-391A477EE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8572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pathways-9-text-5">
            <a:extLst xmlns:a="http://schemas.openxmlformats.org/drawingml/2006/main">
              <a:ext uri="{FF2B5EF4-FFF2-40B4-BE49-F238E27FC236}">
                <a16:creationId xmlns:a16="http://schemas.microsoft.com/office/drawing/2014/main" id="{08107DE0-0D56-4314-A103-168C9567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2675"/>
            <a:ext cx="895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defPPr>
            <a:lvl1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1pPr>
            <a:lvl2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2pPr>
            <a:lvl3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3pPr>
            <a:lvl4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4pPr>
            <a:lvl5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5pPr>
            <a:lvl6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6pPr>
            <a:lvl7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7pPr>
            <a:lvl8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8pPr>
            <a:lvl9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lvl9pPr>
          </a:lstStyle>
          <a:p xmlns:a="http://schemas.openxmlformats.org/drawingml/2006/main">
            <a:pPr algn="ctr">
              <a:defRPr sz="2250" b="0">
                <a:solidFill>
                  <a:srgbClr val="302963"/>
                </a:solidFill>
                <a:latin typeface="Batang"/>
                <a:ea typeface="Batang"/>
                <a:cs typeface="Batang"/>
              </a:defRPr>
            </a:pPr>
            <a:r>
              <a:rPr sz="2250" b="0">
                <a:solidFill>
                  <a:srgbClr val="302963"/>
                </a:solidFill>
                <a:latin typeface="Batang"/>
                <a:ea typeface="Batang"/>
                <a:cs typeface="Batang"/>
              </a:rPr>
              <a:t>11월 수강신청 · Pathways 1</a:t>
            </a:r>
          </a:p>
        </p:txBody>
      </p:sp>
      <p:sp>
        <p:nvSpPr>
          <p:cNvPr id="7" name="pathways-9-text-6">
            <a:extLst xmlns:a="http://schemas.openxmlformats.org/drawingml/2006/main">
              <a:ext uri="{FF2B5EF4-FFF2-40B4-BE49-F238E27FC236}">
                <a16:creationId xmlns:a16="http://schemas.microsoft.com/office/drawing/2014/main" id="{6FC66E4F-7218-4200-8838-2C2D9DC4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933700"/>
            <a:ext cx="9048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생각하는 영어,</a:t>
            </a:r>
          </a:p>
        </p:txBody>
      </p:sp>
      <p:sp>
        <p:nvSpPr>
          <p:cNvPr id="8" name="pathways-9-text-7">
            <a:extLst xmlns:a="http://schemas.openxmlformats.org/drawingml/2006/main">
              <a:ext uri="{FF2B5EF4-FFF2-40B4-BE49-F238E27FC236}">
                <a16:creationId xmlns:a16="http://schemas.microsoft.com/office/drawing/2014/main" id="{0D4EA4AA-8417-4F82-91CF-02B9680A3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95700"/>
            <a:ext cx="9144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defRPr>
            </a:pPr>
            <a:r>
              <a:rPr sz="4575" b="1">
                <a:solidFill>
                  <a:srgbClr val="302963"/>
                </a:solidFill>
                <a:latin typeface="Malgun Gothic"/>
                <a:ea typeface="Malgun Gothic"/>
                <a:cs typeface="Malgun Gothic"/>
              </a:rPr>
              <a:t>지금 신청 중이에요</a:t>
            </a:r>
          </a:p>
        </p:txBody>
      </p:sp>
      <p:sp>
        <p:nvSpPr>
          <p:cNvPr id="9" name="pathways-9-panel-8">
            <a:extLst xmlns:a="http://schemas.openxmlformats.org/drawingml/2006/main">
              <a:ext uri="{FF2B5EF4-FFF2-40B4-BE49-F238E27FC236}">
                <a16:creationId xmlns:a16="http://schemas.microsoft.com/office/drawing/2014/main" id="{8AE15ADC-D208-48CE-BD90-0AE845626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686300"/>
            <a:ext cx="8991600" cy="16002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pathways-9-panel-9">
            <a:extLst xmlns:a="http://schemas.openxmlformats.org/drawingml/2006/main">
              <a:ext uri="{FF2B5EF4-FFF2-40B4-BE49-F238E27FC236}">
                <a16:creationId xmlns:a16="http://schemas.microsoft.com/office/drawing/2014/main" id="{207087BF-6E0C-492A-A303-E1960D9EF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838700"/>
            <a:ext cx="971550" cy="12858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9AC945-CA74-4EF3-87E1-899721E4DB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e1916d5f64cfd"/>
          <a:srcRect xmlns:a="http://schemas.openxmlformats.org/drawingml/2006/main" l="12791" t="0" r="127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4867275"/>
            <a:ext cx="914400" cy="1228725"/>
          </a:xfrm>
          <a:prstGeom xmlns:a="http://schemas.openxmlformats.org/drawingml/2006/main" prst="rect">
            <a:avLst/>
          </a:prstGeom>
        </p:spPr>
      </p:pic>
      <p:sp>
        <p:nvSpPr>
          <p:cNvPr id="12" name="pathways-9-text-11">
            <a:extLst xmlns:a="http://schemas.openxmlformats.org/drawingml/2006/main">
              <a:ext uri="{FF2B5EF4-FFF2-40B4-BE49-F238E27FC236}">
                <a16:creationId xmlns:a16="http://schemas.microsoft.com/office/drawing/2014/main" id="{E4CEB44D-3173-4688-B17E-0FB438D6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10138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13" name="pathways-9-text-12">
            <a:extLst xmlns:a="http://schemas.openxmlformats.org/drawingml/2006/main">
              <a:ext uri="{FF2B5EF4-FFF2-40B4-BE49-F238E27FC236}">
                <a16:creationId xmlns:a16="http://schemas.microsoft.com/office/drawing/2014/main" id="{567AF37E-D3EA-4EB5-ABB3-2BB048A9F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81638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표지</a:t>
            </a:r>
          </a:p>
        </p:txBody>
      </p:sp>
      <p:sp>
        <p:nvSpPr>
          <p:cNvPr id="14" name="pathways-9-text-13">
            <a:extLst xmlns:a="http://schemas.openxmlformats.org/drawingml/2006/main">
              <a:ext uri="{FF2B5EF4-FFF2-40B4-BE49-F238E27FC236}">
                <a16:creationId xmlns:a16="http://schemas.microsoft.com/office/drawing/2014/main" id="{A06D12FC-2E78-4796-9935-E9306C2C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08635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Pathways 1 화요반</a:t>
            </a:r>
          </a:p>
        </p:txBody>
      </p:sp>
      <p:sp>
        <p:nvSpPr>
          <p:cNvPr id="15" name="pathways-9-text-14">
            <a:extLst xmlns:a="http://schemas.openxmlformats.org/drawingml/2006/main">
              <a:ext uri="{FF2B5EF4-FFF2-40B4-BE49-F238E27FC236}">
                <a16:creationId xmlns:a16="http://schemas.microsoft.com/office/drawing/2014/main" id="{A9EBA40C-FB5C-4D6A-84A3-0E25C89E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61975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화 오후 7:30 ~ 8:20</a:t>
            </a:r>
          </a:p>
        </p:txBody>
      </p:sp>
      <p:sp>
        <p:nvSpPr>
          <p:cNvPr id="16" name="pathways-9-panel-15">
            <a:extLst xmlns:a="http://schemas.openxmlformats.org/drawingml/2006/main">
              <a:ext uri="{FF2B5EF4-FFF2-40B4-BE49-F238E27FC236}">
                <a16:creationId xmlns:a16="http://schemas.microsoft.com/office/drawing/2014/main" id="{F1EF9D01-05B6-4F7F-8DF2-B0E8A7562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191125"/>
            <a:ext cx="1371600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pathways-9-text-16">
            <a:extLst xmlns:a="http://schemas.openxmlformats.org/drawingml/2006/main">
              <a:ext uri="{FF2B5EF4-FFF2-40B4-BE49-F238E27FC236}">
                <a16:creationId xmlns:a16="http://schemas.microsoft.com/office/drawing/2014/main" id="{7B290BD1-1878-476A-B25B-5A8E3BCD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5248275"/>
            <a:ext cx="1143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중</a:t>
            </a:r>
          </a:p>
        </p:txBody>
      </p:sp>
      <p:sp>
        <p:nvSpPr>
          <p:cNvPr id="18" name="pathways-9-panel-17">
            <a:extLst xmlns:a="http://schemas.openxmlformats.org/drawingml/2006/main">
              <a:ext uri="{FF2B5EF4-FFF2-40B4-BE49-F238E27FC236}">
                <a16:creationId xmlns:a16="http://schemas.microsoft.com/office/drawing/2014/main" id="{E60420FE-88ED-48A9-8F75-81B31E5D6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762750"/>
            <a:ext cx="8991600" cy="1600200"/>
          </a:xfrm>
          <a:prstGeom xmlns:a="http://schemas.openxmlformats.org/drawingml/2006/main" prst="roundRect">
            <a:avLst>
              <a:gd name="adj" fmla="val 17857"/>
            </a:avLst>
          </a:prstGeom>
          <a:solidFill xmlns:a="http://schemas.openxmlformats.org/drawingml/2006/main">
            <a:srgbClr val="F5F6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pathways-9-panel-18">
            <a:extLst xmlns:a="http://schemas.openxmlformats.org/drawingml/2006/main">
              <a:ext uri="{FF2B5EF4-FFF2-40B4-BE49-F238E27FC236}">
                <a16:creationId xmlns:a16="http://schemas.microsoft.com/office/drawing/2014/main" id="{58AFDBF6-5C81-4B1C-86BE-17AD73F1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15150"/>
            <a:ext cx="971550" cy="1285875"/>
          </a:xfrm>
          <a:prstGeom xmlns:a="http://schemas.openxmlformats.org/drawingml/2006/main" prst="roundRect">
            <a:avLst>
              <a:gd name="adj" fmla="val 15686"/>
            </a:avLst>
          </a:prstGeom>
          <a:solidFill xmlns:a="http://schemas.openxmlformats.org/drawingml/2006/main">
            <a:srgbClr val="F3F3F9"/>
          </a:solidFill>
          <a:ln xmlns:a="http://schemas.openxmlformats.org/drawingml/2006/main" w="28575">
            <a:solidFill>
              <a:srgbClr val="D8D7E5"/>
            </a:solidFill>
            <a:prstDash val="solid"/>
          </a:ln>
        </p:spPr>
      </p:sp>
      <p:pic>
        <p:nvPic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79DE7C-A112-4079-8F14-CB6FEFB9932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2347ab09547b3"/>
          <a:srcRect xmlns:a="http://schemas.openxmlformats.org/drawingml/2006/main" l="12791" t="0" r="12791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6943725"/>
            <a:ext cx="914400" cy="1228725"/>
          </a:xfrm>
          <a:prstGeom xmlns:a="http://schemas.openxmlformats.org/drawingml/2006/main" prst="rect">
            <a:avLst/>
          </a:prstGeom>
        </p:spPr>
      </p:pic>
      <p:sp>
        <p:nvSpPr>
          <p:cNvPr id="21" name="pathways-9-text-20">
            <a:extLst xmlns:a="http://schemas.openxmlformats.org/drawingml/2006/main">
              <a:ext uri="{FF2B5EF4-FFF2-40B4-BE49-F238E27FC236}">
                <a16:creationId xmlns:a16="http://schemas.microsoft.com/office/drawing/2014/main" id="{C913AFE4-D044-456B-927C-54D8CB6DE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986588"/>
            <a:ext cx="971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0">
                <a:solidFill>
                  <a:srgbClr val="ABA7C8"/>
                </a:solidFill>
                <a:latin typeface="Malgun Gothic"/>
                <a:ea typeface="Malgun Gothic"/>
                <a:cs typeface="Malgun Gothic"/>
              </a:rPr>
              <a:t>＋</a:t>
            </a:r>
          </a:p>
        </p:txBody>
      </p:sp>
      <p:sp>
        <p:nvSpPr>
          <p:cNvPr id="22" name="pathways-9-text-21">
            <a:extLst xmlns:a="http://schemas.openxmlformats.org/drawingml/2006/main">
              <a:ext uri="{FF2B5EF4-FFF2-40B4-BE49-F238E27FC236}">
                <a16:creationId xmlns:a16="http://schemas.microsoft.com/office/drawing/2014/main" id="{CBFE107A-C809-4C42-BFD3-C983248EC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558088"/>
            <a:ext cx="685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8F8AA9"/>
                </a:solidFill>
                <a:latin typeface="Malgun Gothic"/>
                <a:ea typeface="Malgun Gothic"/>
                <a:cs typeface="Malgun Gothic"/>
              </a:rPr>
              <a:t>표지</a:t>
            </a:r>
          </a:p>
        </p:txBody>
      </p:sp>
      <p:sp>
        <p:nvSpPr>
          <p:cNvPr id="23" name="pathways-9-text-22">
            <a:extLst xmlns:a="http://schemas.openxmlformats.org/drawingml/2006/main">
              <a:ext uri="{FF2B5EF4-FFF2-40B4-BE49-F238E27FC236}">
                <a16:creationId xmlns:a16="http://schemas.microsoft.com/office/drawing/2014/main" id="{65C28746-C2C5-4651-942D-30A61319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162800"/>
            <a:ext cx="571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700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Pathways 1 목요반</a:t>
            </a:r>
          </a:p>
        </p:txBody>
      </p:sp>
      <p:sp>
        <p:nvSpPr>
          <p:cNvPr id="24" name="pathways-9-text-23">
            <a:extLst xmlns:a="http://schemas.openxmlformats.org/drawingml/2006/main">
              <a:ext uri="{FF2B5EF4-FFF2-40B4-BE49-F238E27FC236}">
                <a16:creationId xmlns:a16="http://schemas.microsoft.com/office/drawing/2014/main" id="{8C49A3BC-2DA9-4CA8-B7AD-114D2C90C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7696200"/>
            <a:ext cx="5715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0">
                <a:solidFill>
                  <a:srgbClr val="626977"/>
                </a:solidFill>
                <a:latin typeface="Malgun Gothic"/>
                <a:ea typeface="Malgun Gothic"/>
                <a:cs typeface="Malgun Gothic"/>
              </a:rPr>
              <a:t>목 오후 7:30 ~ 8:20</a:t>
            </a:r>
          </a:p>
        </p:txBody>
      </p:sp>
      <p:sp>
        <p:nvSpPr>
          <p:cNvPr id="25" name="pathways-9-panel-24">
            <a:extLst xmlns:a="http://schemas.openxmlformats.org/drawingml/2006/main">
              <a:ext uri="{FF2B5EF4-FFF2-40B4-BE49-F238E27FC236}">
                <a16:creationId xmlns:a16="http://schemas.microsoft.com/office/drawing/2014/main" id="{4C36FAD7-7083-43DE-B34C-F9D0A8917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7267575"/>
            <a:ext cx="1371600" cy="6191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pathways-9-text-25">
            <a:extLst xmlns:a="http://schemas.openxmlformats.org/drawingml/2006/main">
              <a:ext uri="{FF2B5EF4-FFF2-40B4-BE49-F238E27FC236}">
                <a16:creationId xmlns:a16="http://schemas.microsoft.com/office/drawing/2014/main" id="{1EECBA84-3C81-4557-B789-0EC622D40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7324725"/>
            <a:ext cx="1143000" cy="504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신청 중</a:t>
            </a:r>
          </a:p>
        </p:txBody>
      </p:sp>
      <p:sp>
        <p:nvSpPr>
          <p:cNvPr id="27" name="pathways-9-panel-26">
            <a:extLst xmlns:a="http://schemas.openxmlformats.org/drawingml/2006/main">
              <a:ext uri="{FF2B5EF4-FFF2-40B4-BE49-F238E27FC236}">
                <a16:creationId xmlns:a16="http://schemas.microsoft.com/office/drawing/2014/main" id="{5A8D4364-F0B5-402B-8E08-B97345168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8305800"/>
            <a:ext cx="8991600" cy="1552575"/>
          </a:xfrm>
          <a:prstGeom xmlns:a="http://schemas.openxmlformats.org/drawingml/2006/main" prst="roundRect">
            <a:avLst>
              <a:gd name="adj" fmla="val 18405"/>
            </a:avLst>
          </a:prstGeom>
          <a:solidFill xmlns:a="http://schemas.openxmlformats.org/drawingml/2006/main">
            <a:srgbClr val="FFF5F4"/>
          </a:solidFill>
          <a:ln xmlns:a="http://schemas.openxmlformats.org/drawingml/2006/main" w="28575">
            <a:solidFill>
              <a:srgbClr val="EEC7C1"/>
            </a:solidFill>
            <a:prstDash val="solid"/>
          </a:ln>
        </p:spPr>
      </p:sp>
      <p:sp>
        <p:nvSpPr>
          <p:cNvPr id="28" name="pathways-9-text-27">
            <a:extLst xmlns:a="http://schemas.openxmlformats.org/drawingml/2006/main">
              <a:ext uri="{FF2B5EF4-FFF2-40B4-BE49-F238E27FC236}">
                <a16:creationId xmlns:a16="http://schemas.microsoft.com/office/drawing/2014/main" id="{7789C686-BFA3-4002-9BB3-BAB26FB1A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8629650"/>
            <a:ext cx="819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수강신청 마감 [마감일 입력]</a:t>
            </a:r>
          </a:p>
        </p:txBody>
      </p:sp>
      <p:sp>
        <p:nvSpPr>
          <p:cNvPr id="29" name="pathways-9-text-28">
            <a:extLst xmlns:a="http://schemas.openxmlformats.org/drawingml/2006/main">
              <a:ext uri="{FF2B5EF4-FFF2-40B4-BE49-F238E27FC236}">
                <a16:creationId xmlns:a16="http://schemas.microsoft.com/office/drawing/2014/main" id="{FE574103-1E4F-4C24-A0A6-8B09D9AF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" y="9172575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defPPr>
            <a:lvl1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1pPr>
            <a:lvl2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2pPr>
            <a:lvl3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3pPr>
            <a:lvl4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4pPr>
            <a:lvl5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5pPr>
            <a:lvl6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6pPr>
            <a:lvl7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7pPr>
            <a:lvl8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8pPr>
            <a:lvl9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l">
              <a:def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0">
                <a:solidFill>
                  <a:srgbClr val="1D2430"/>
                </a:solidFill>
                <a:latin typeface="Malgun Gothic"/>
                <a:ea typeface="Malgun Gothic"/>
                <a:cs typeface="Malgun Gothic"/>
              </a:rPr>
              <a:t>정원이 차면 기간 전에도 마감돼요</a:t>
            </a:r>
          </a:p>
        </p:txBody>
      </p:sp>
      <p:sp>
        <p:nvSpPr>
          <p:cNvPr id="30" name="pathways-9-panel-29">
            <a:extLst xmlns:a="http://schemas.openxmlformats.org/drawingml/2006/main">
              <a:ext uri="{FF2B5EF4-FFF2-40B4-BE49-F238E27FC236}">
                <a16:creationId xmlns:a16="http://schemas.microsoft.com/office/drawing/2014/main" id="{FD75B595-21E5-4870-8D12-3F15CD3D8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10096500"/>
            <a:ext cx="5448300" cy="8096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029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pathways-9-text-30">
            <a:extLst xmlns:a="http://schemas.openxmlformats.org/drawingml/2006/main">
              <a:ext uri="{FF2B5EF4-FFF2-40B4-BE49-F238E27FC236}">
                <a16:creationId xmlns:a16="http://schemas.microsoft.com/office/drawing/2014/main" id="{7F4B6236-3D16-4DB9-80EE-288EF7F9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10153650"/>
            <a:ext cx="52197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23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talktalkenglish.co.kr · 프로필 링크</a:t>
            </a:r>
          </a:p>
        </p:txBody>
      </p:sp>
      <p:sp>
        <p:nvSpPr>
          <p:cNvPr id="32" name="pathways-9-panel-31">
            <a:extLst xmlns:a="http://schemas.openxmlformats.org/drawingml/2006/main">
              <a:ext uri="{FF2B5EF4-FFF2-40B4-BE49-F238E27FC236}">
                <a16:creationId xmlns:a16="http://schemas.microsoft.com/office/drawing/2014/main" id="{B6CE937D-CD6B-4256-A744-CC061A67C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pathways-9-panel-32">
            <a:extLst xmlns:a="http://schemas.openxmlformats.org/drawingml/2006/main">
              <a:ext uri="{FF2B5EF4-FFF2-40B4-BE49-F238E27FC236}">
                <a16:creationId xmlns:a16="http://schemas.microsoft.com/office/drawing/2014/main" id="{1E1F735B-581D-4045-A53E-B4673299D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2211050"/>
            <a:ext cx="1028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EE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athways-9-text-33">
            <a:extLst xmlns:a="http://schemas.openxmlformats.org/drawingml/2006/main">
              <a:ext uri="{FF2B5EF4-FFF2-40B4-BE49-F238E27FC236}">
                <a16:creationId xmlns:a16="http://schemas.microsoft.com/office/drawing/2014/main" id="{81F075A9-C182-4F35-BDAF-D508A0DF4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" y="12420600"/>
            <a:ext cx="9429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28575">
            <a:noFill/>
            <a:prstDash val="solid"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>
            <a:def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defPPr>
            <a:lvl1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1pPr>
            <a:lvl2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2pPr>
            <a:lvl3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3pPr>
            <a:lvl4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4pPr>
            <a:lvl5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5pPr>
            <a:lvl6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6pPr>
            <a:lvl7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7pPr>
            <a:lvl8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8pPr>
            <a:lvl9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0">
                <a:solidFill>
                  <a:srgbClr val="9398A2"/>
                </a:solidFill>
                <a:latin typeface="Malgun Gothic"/>
                <a:ea typeface="Malgun Gothic"/>
                <a:cs typeface="Malgun Gothic"/>
              </a:rPr>
              <a:t>톡톡잉글리쉬 원격학원 (제3271호) · @talktalkenglish_online</a:t>
            </a:r>
          </a:p>
        </p:txBody>
      </p:sp>
    </p:spTree>
    <p:extLst>
      <p:ext uri="{BB962C8B-B14F-4D97-AF65-F5344CB8AC3E}">
        <p14:creationId xmlns:p14="http://schemas.microsoft.com/office/powerpoint/2010/main" val="19126940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2026-10-21T04:50:29.1240000Z</dcterms:created>
  <dcterms:modified xsi:type="dcterms:W3CDTF">2026-10-21T04:50:29.1240000Z</dcterms:modified>
</coreProperties>
</file>